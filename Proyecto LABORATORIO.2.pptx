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9" r:id="rId3"/>
    <p:sldId id="258" r:id="rId4"/>
    <p:sldId id="260" r:id="rId5"/>
    <p:sldId id="264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8ADD2-C1AA-4057-A483-E97B88CCC92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0976F7-B2F6-4E5F-87E6-93123EDFBF57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Funciona en cualquier computadora que tenga </a:t>
          </a:r>
          <a:r>
            <a:rPr lang="es-MX" b="1"/>
            <a:t>Java instalado</a:t>
          </a:r>
          <a:r>
            <a:rPr lang="es-MX"/>
            <a:t>.</a:t>
          </a:r>
          <a:endParaRPr lang="en-US"/>
        </a:p>
      </dgm:t>
    </dgm:pt>
    <dgm:pt modelId="{A2EEDC7E-5155-4E40-81D0-00BC9F116C78}" type="parTrans" cxnId="{DEACAFF9-726E-4CC6-ACBC-9514A7E63C36}">
      <dgm:prSet/>
      <dgm:spPr/>
      <dgm:t>
        <a:bodyPr/>
        <a:lstStyle/>
        <a:p>
          <a:endParaRPr lang="en-US"/>
        </a:p>
      </dgm:t>
    </dgm:pt>
    <dgm:pt modelId="{0B2F9F89-9EE0-4157-989A-2E1591677ADD}" type="sibTrans" cxnId="{DEACAFF9-726E-4CC6-ACBC-9514A7E63C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E23406E-CF59-44AB-80AC-EC5E27C69944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Puede ejecutarse sin problemas en </a:t>
          </a:r>
          <a:r>
            <a:rPr lang="es-MX" b="1"/>
            <a:t>JGRASP, NetBeans o Visual Studio Code</a:t>
          </a:r>
          <a:r>
            <a:rPr lang="es-MX"/>
            <a:t>.</a:t>
          </a:r>
          <a:endParaRPr lang="en-US"/>
        </a:p>
      </dgm:t>
    </dgm:pt>
    <dgm:pt modelId="{DA1BD6D7-1F8F-46BD-998F-D0AC3A52504F}" type="parTrans" cxnId="{47A1CAE4-274C-4D97-AD7F-0A6A3824549E}">
      <dgm:prSet/>
      <dgm:spPr/>
      <dgm:t>
        <a:bodyPr/>
        <a:lstStyle/>
        <a:p>
          <a:endParaRPr lang="en-US"/>
        </a:p>
      </dgm:t>
    </dgm:pt>
    <dgm:pt modelId="{0AF25B4A-3723-4BD3-87E5-5D1B82A3CCF6}" type="sibTrans" cxnId="{47A1CAE4-274C-4D97-AD7F-0A6A382454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2BE7D15-F56C-4D15-99A8-D6CDE6EBB6DA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Es compatible con </a:t>
          </a:r>
          <a:r>
            <a:rPr lang="es-MX" b="1" dirty="0"/>
            <a:t>Windows, Linux y macOS</a:t>
          </a:r>
          <a:r>
            <a:rPr lang="es-MX" dirty="0"/>
            <a:t>.</a:t>
          </a:r>
          <a:endParaRPr lang="en-US" dirty="0"/>
        </a:p>
      </dgm:t>
    </dgm:pt>
    <dgm:pt modelId="{523604BE-66B7-4604-BC7F-6CD8699B8863}" type="parTrans" cxnId="{E994DCAE-BFA7-4AB1-A8AA-D7357D676AA2}">
      <dgm:prSet/>
      <dgm:spPr/>
      <dgm:t>
        <a:bodyPr/>
        <a:lstStyle/>
        <a:p>
          <a:endParaRPr lang="en-US"/>
        </a:p>
      </dgm:t>
    </dgm:pt>
    <dgm:pt modelId="{463BAC0A-7D01-4578-A3CE-FDE89B0D248B}" type="sibTrans" cxnId="{E994DCAE-BFA7-4AB1-A8AA-D7357D676A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319864-4B07-4D90-B97A-A084EFDE16EB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Respuesta inmediata al ingresar los datos.</a:t>
          </a:r>
          <a:endParaRPr lang="en-US"/>
        </a:p>
      </dgm:t>
    </dgm:pt>
    <dgm:pt modelId="{22C1CBCA-92CD-41FC-B03D-5588BF67A1C7}" type="parTrans" cxnId="{A8FCDD5A-224B-4B64-A6FC-13001759305D}">
      <dgm:prSet/>
      <dgm:spPr/>
      <dgm:t>
        <a:bodyPr/>
        <a:lstStyle/>
        <a:p>
          <a:endParaRPr lang="en-US"/>
        </a:p>
      </dgm:t>
    </dgm:pt>
    <dgm:pt modelId="{EC777B33-A906-45F3-9EA4-AB93DDA550EA}" type="sibTrans" cxnId="{A8FCDD5A-224B-4B64-A6FC-1300175930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ECBC6C-16D4-4AB1-82EF-71AB01FE45B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Resultados precisos gracias al uso de números decimales (double).</a:t>
          </a:r>
          <a:endParaRPr lang="en-US"/>
        </a:p>
      </dgm:t>
    </dgm:pt>
    <dgm:pt modelId="{DC957696-9A13-45F1-8924-3CE0FDFDE589}" type="parTrans" cxnId="{94B3D349-874E-4116-85D5-92BB49B62C7C}">
      <dgm:prSet/>
      <dgm:spPr/>
      <dgm:t>
        <a:bodyPr/>
        <a:lstStyle/>
        <a:p>
          <a:endParaRPr lang="en-US"/>
        </a:p>
      </dgm:t>
    </dgm:pt>
    <dgm:pt modelId="{2324E5C4-777B-462C-B6B9-928659BA7C93}" type="sibTrans" cxnId="{94B3D349-874E-4116-85D5-92BB49B62C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158C5E-C6C6-4E96-BE7C-EA37C5AE278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No requiere conexión a internet.</a:t>
          </a:r>
          <a:endParaRPr lang="en-US"/>
        </a:p>
      </dgm:t>
    </dgm:pt>
    <dgm:pt modelId="{6FD6766D-7E4D-47D2-AA25-E8932B897DB2}" type="parTrans" cxnId="{C40DE7C4-5AB4-44B4-8DD9-286D1A2DEDAA}">
      <dgm:prSet/>
      <dgm:spPr/>
      <dgm:t>
        <a:bodyPr/>
        <a:lstStyle/>
        <a:p>
          <a:endParaRPr lang="en-US"/>
        </a:p>
      </dgm:t>
    </dgm:pt>
    <dgm:pt modelId="{3D7C0863-0827-466F-ADDB-30B31CA35885}" type="sibTrans" cxnId="{C40DE7C4-5AB4-44B4-8DD9-286D1A2DEDAA}">
      <dgm:prSet/>
      <dgm:spPr/>
      <dgm:t>
        <a:bodyPr/>
        <a:lstStyle/>
        <a:p>
          <a:endParaRPr lang="en-US"/>
        </a:p>
      </dgm:t>
    </dgm:pt>
    <dgm:pt modelId="{3D3090DB-4AC6-416F-A744-51F7EE138C22}" type="pres">
      <dgm:prSet presAssocID="{5D68ADD2-C1AA-4057-A483-E97B88CCC92B}" presName="root" presStyleCnt="0">
        <dgm:presLayoutVars>
          <dgm:dir/>
          <dgm:resizeHandles val="exact"/>
        </dgm:presLayoutVars>
      </dgm:prSet>
      <dgm:spPr/>
    </dgm:pt>
    <dgm:pt modelId="{1A8EE20B-D0D0-490E-9810-5EB227FCA36E}" type="pres">
      <dgm:prSet presAssocID="{5D68ADD2-C1AA-4057-A483-E97B88CCC92B}" presName="container" presStyleCnt="0">
        <dgm:presLayoutVars>
          <dgm:dir/>
          <dgm:resizeHandles val="exact"/>
        </dgm:presLayoutVars>
      </dgm:prSet>
      <dgm:spPr/>
    </dgm:pt>
    <dgm:pt modelId="{B38A76B3-8746-45A9-9F6F-AA2201A9745F}" type="pres">
      <dgm:prSet presAssocID="{260976F7-B2F6-4E5F-87E6-93123EDFBF57}" presName="compNode" presStyleCnt="0"/>
      <dgm:spPr/>
    </dgm:pt>
    <dgm:pt modelId="{41F9A7BB-84CB-4E85-BA84-9B0637A8737E}" type="pres">
      <dgm:prSet presAssocID="{260976F7-B2F6-4E5F-87E6-93123EDFBF57}" presName="iconBgRect" presStyleLbl="bgShp" presStyleIdx="0" presStyleCnt="6"/>
      <dgm:spPr/>
    </dgm:pt>
    <dgm:pt modelId="{986CB4A4-FEA0-4A09-90D5-E7DAD8E92CC9}" type="pres">
      <dgm:prSet presAssocID="{260976F7-B2F6-4E5F-87E6-93123EDFBF5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CA6C4A7-FC05-422B-B19B-ADCBF1C04938}" type="pres">
      <dgm:prSet presAssocID="{260976F7-B2F6-4E5F-87E6-93123EDFBF57}" presName="spaceRect" presStyleCnt="0"/>
      <dgm:spPr/>
    </dgm:pt>
    <dgm:pt modelId="{E99280D6-FFB8-424E-B8C0-13049B377F9E}" type="pres">
      <dgm:prSet presAssocID="{260976F7-B2F6-4E5F-87E6-93123EDFBF57}" presName="textRect" presStyleLbl="revTx" presStyleIdx="0" presStyleCnt="6">
        <dgm:presLayoutVars>
          <dgm:chMax val="1"/>
          <dgm:chPref val="1"/>
        </dgm:presLayoutVars>
      </dgm:prSet>
      <dgm:spPr/>
    </dgm:pt>
    <dgm:pt modelId="{8957292E-E4C1-47DC-AE00-E6D44A43A5BE}" type="pres">
      <dgm:prSet presAssocID="{0B2F9F89-9EE0-4157-989A-2E1591677ADD}" presName="sibTrans" presStyleLbl="sibTrans2D1" presStyleIdx="0" presStyleCnt="0"/>
      <dgm:spPr/>
    </dgm:pt>
    <dgm:pt modelId="{068B6C2E-EC3F-44CC-AAC7-35DE2AF505E8}" type="pres">
      <dgm:prSet presAssocID="{8E23406E-CF59-44AB-80AC-EC5E27C69944}" presName="compNode" presStyleCnt="0"/>
      <dgm:spPr/>
    </dgm:pt>
    <dgm:pt modelId="{89D35BEE-0185-45FD-82ED-F09440DB05AC}" type="pres">
      <dgm:prSet presAssocID="{8E23406E-CF59-44AB-80AC-EC5E27C69944}" presName="iconBgRect" presStyleLbl="bgShp" presStyleIdx="1" presStyleCnt="6"/>
      <dgm:spPr/>
    </dgm:pt>
    <dgm:pt modelId="{6F813C7A-9F27-42E5-82B4-830E0D43124B}" type="pres">
      <dgm:prSet presAssocID="{8E23406E-CF59-44AB-80AC-EC5E27C6994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34F132E3-E3A5-45E3-A96A-4C647DA716EE}" type="pres">
      <dgm:prSet presAssocID="{8E23406E-CF59-44AB-80AC-EC5E27C69944}" presName="spaceRect" presStyleCnt="0"/>
      <dgm:spPr/>
    </dgm:pt>
    <dgm:pt modelId="{31321295-16F3-44E6-AF30-A802F51FB716}" type="pres">
      <dgm:prSet presAssocID="{8E23406E-CF59-44AB-80AC-EC5E27C69944}" presName="textRect" presStyleLbl="revTx" presStyleIdx="1" presStyleCnt="6">
        <dgm:presLayoutVars>
          <dgm:chMax val="1"/>
          <dgm:chPref val="1"/>
        </dgm:presLayoutVars>
      </dgm:prSet>
      <dgm:spPr/>
    </dgm:pt>
    <dgm:pt modelId="{265F4123-5181-4389-BCE1-49D1DBB2A9C2}" type="pres">
      <dgm:prSet presAssocID="{0AF25B4A-3723-4BD3-87E5-5D1B82A3CCF6}" presName="sibTrans" presStyleLbl="sibTrans2D1" presStyleIdx="0" presStyleCnt="0"/>
      <dgm:spPr/>
    </dgm:pt>
    <dgm:pt modelId="{36B0B070-7CAD-4999-A49A-22AB07DD260B}" type="pres">
      <dgm:prSet presAssocID="{F2BE7D15-F56C-4D15-99A8-D6CDE6EBB6DA}" presName="compNode" presStyleCnt="0"/>
      <dgm:spPr/>
    </dgm:pt>
    <dgm:pt modelId="{62B138F0-EFF4-403C-A0D0-0694D21A0E80}" type="pres">
      <dgm:prSet presAssocID="{F2BE7D15-F56C-4D15-99A8-D6CDE6EBB6DA}" presName="iconBgRect" presStyleLbl="bgShp" presStyleIdx="2" presStyleCnt="6"/>
      <dgm:spPr/>
    </dgm:pt>
    <dgm:pt modelId="{F14E1A75-1131-4180-B89A-C527A1E83034}" type="pres">
      <dgm:prSet presAssocID="{F2BE7D15-F56C-4D15-99A8-D6CDE6EBB6D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F00451B1-200E-406C-8CCE-654799CEE878}" type="pres">
      <dgm:prSet presAssocID="{F2BE7D15-F56C-4D15-99A8-D6CDE6EBB6DA}" presName="spaceRect" presStyleCnt="0"/>
      <dgm:spPr/>
    </dgm:pt>
    <dgm:pt modelId="{EE4059B5-963B-4905-A31B-AAC941D1B488}" type="pres">
      <dgm:prSet presAssocID="{F2BE7D15-F56C-4D15-99A8-D6CDE6EBB6DA}" presName="textRect" presStyleLbl="revTx" presStyleIdx="2" presStyleCnt="6">
        <dgm:presLayoutVars>
          <dgm:chMax val="1"/>
          <dgm:chPref val="1"/>
        </dgm:presLayoutVars>
      </dgm:prSet>
      <dgm:spPr/>
    </dgm:pt>
    <dgm:pt modelId="{7C1F5EBC-F633-4B39-B992-D6693F113798}" type="pres">
      <dgm:prSet presAssocID="{463BAC0A-7D01-4578-A3CE-FDE89B0D248B}" presName="sibTrans" presStyleLbl="sibTrans2D1" presStyleIdx="0" presStyleCnt="0"/>
      <dgm:spPr/>
    </dgm:pt>
    <dgm:pt modelId="{C578F7F6-909D-4AA9-A018-48678011AD63}" type="pres">
      <dgm:prSet presAssocID="{08319864-4B07-4D90-B97A-A084EFDE16EB}" presName="compNode" presStyleCnt="0"/>
      <dgm:spPr/>
    </dgm:pt>
    <dgm:pt modelId="{4DFC1722-41FE-4817-BD8B-38F1D67765F2}" type="pres">
      <dgm:prSet presAssocID="{08319864-4B07-4D90-B97A-A084EFDE16EB}" presName="iconBgRect" presStyleLbl="bgShp" presStyleIdx="3" presStyleCnt="6"/>
      <dgm:spPr/>
    </dgm:pt>
    <dgm:pt modelId="{9ECDED08-15BC-4F79-98DC-EC9B8A99018E}" type="pres">
      <dgm:prSet presAssocID="{08319864-4B07-4D90-B97A-A084EFDE16E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C8ACDDF8-3923-4C4F-9AAD-454ACFBD1DBC}" type="pres">
      <dgm:prSet presAssocID="{08319864-4B07-4D90-B97A-A084EFDE16EB}" presName="spaceRect" presStyleCnt="0"/>
      <dgm:spPr/>
    </dgm:pt>
    <dgm:pt modelId="{1ED5EE2D-665B-4074-A19B-4A68C6C0B9A5}" type="pres">
      <dgm:prSet presAssocID="{08319864-4B07-4D90-B97A-A084EFDE16EB}" presName="textRect" presStyleLbl="revTx" presStyleIdx="3" presStyleCnt="6">
        <dgm:presLayoutVars>
          <dgm:chMax val="1"/>
          <dgm:chPref val="1"/>
        </dgm:presLayoutVars>
      </dgm:prSet>
      <dgm:spPr/>
    </dgm:pt>
    <dgm:pt modelId="{74618FD3-A584-464D-9070-FC6B63708203}" type="pres">
      <dgm:prSet presAssocID="{EC777B33-A906-45F3-9EA4-AB93DDA550EA}" presName="sibTrans" presStyleLbl="sibTrans2D1" presStyleIdx="0" presStyleCnt="0"/>
      <dgm:spPr/>
    </dgm:pt>
    <dgm:pt modelId="{5BB123E5-B4AC-4167-A17D-534966144FB6}" type="pres">
      <dgm:prSet presAssocID="{EFECBC6C-16D4-4AB1-82EF-71AB01FE45B2}" presName="compNode" presStyleCnt="0"/>
      <dgm:spPr/>
    </dgm:pt>
    <dgm:pt modelId="{24141189-5672-4494-8502-86198826A765}" type="pres">
      <dgm:prSet presAssocID="{EFECBC6C-16D4-4AB1-82EF-71AB01FE45B2}" presName="iconBgRect" presStyleLbl="bgShp" presStyleIdx="4" presStyleCnt="6"/>
      <dgm:spPr/>
    </dgm:pt>
    <dgm:pt modelId="{26DA3297-D354-47BB-B158-2EF26B89488D}" type="pres">
      <dgm:prSet presAssocID="{EFECBC6C-16D4-4AB1-82EF-71AB01FE45B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la"/>
        </a:ext>
      </dgm:extLst>
    </dgm:pt>
    <dgm:pt modelId="{62C785F0-8CDE-45B7-941D-BAC279BB45D3}" type="pres">
      <dgm:prSet presAssocID="{EFECBC6C-16D4-4AB1-82EF-71AB01FE45B2}" presName="spaceRect" presStyleCnt="0"/>
      <dgm:spPr/>
    </dgm:pt>
    <dgm:pt modelId="{DA660C2D-B3B1-4B64-BBCF-E8F53A889654}" type="pres">
      <dgm:prSet presAssocID="{EFECBC6C-16D4-4AB1-82EF-71AB01FE45B2}" presName="textRect" presStyleLbl="revTx" presStyleIdx="4" presStyleCnt="6">
        <dgm:presLayoutVars>
          <dgm:chMax val="1"/>
          <dgm:chPref val="1"/>
        </dgm:presLayoutVars>
      </dgm:prSet>
      <dgm:spPr/>
    </dgm:pt>
    <dgm:pt modelId="{21B34D4F-E583-417D-913E-888356636B90}" type="pres">
      <dgm:prSet presAssocID="{2324E5C4-777B-462C-B6B9-928659BA7C93}" presName="sibTrans" presStyleLbl="sibTrans2D1" presStyleIdx="0" presStyleCnt="0"/>
      <dgm:spPr/>
    </dgm:pt>
    <dgm:pt modelId="{1B156F4F-9D1F-4250-814B-630C50368BA4}" type="pres">
      <dgm:prSet presAssocID="{68158C5E-C6C6-4E96-BE7C-EA37C5AE2780}" presName="compNode" presStyleCnt="0"/>
      <dgm:spPr/>
    </dgm:pt>
    <dgm:pt modelId="{27CF9EA7-ECEA-4490-A39F-1A256E4CCCE0}" type="pres">
      <dgm:prSet presAssocID="{68158C5E-C6C6-4E96-BE7C-EA37C5AE2780}" presName="iconBgRect" presStyleLbl="bgShp" presStyleIdx="5" presStyleCnt="6"/>
      <dgm:spPr/>
    </dgm:pt>
    <dgm:pt modelId="{9947AE35-4500-4B70-B495-F47787FA14FB}" type="pres">
      <dgm:prSet presAssocID="{68158C5E-C6C6-4E96-BE7C-EA37C5AE278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416FE99F-94E3-494F-8F0E-0BE28AF4743F}" type="pres">
      <dgm:prSet presAssocID="{68158C5E-C6C6-4E96-BE7C-EA37C5AE2780}" presName="spaceRect" presStyleCnt="0"/>
      <dgm:spPr/>
    </dgm:pt>
    <dgm:pt modelId="{955E9B99-29D9-486F-944B-DE5E59E331EF}" type="pres">
      <dgm:prSet presAssocID="{68158C5E-C6C6-4E96-BE7C-EA37C5AE278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4967D02-76C8-4D86-B13B-77F4CFC1BC6D}" type="presOf" srcId="{68158C5E-C6C6-4E96-BE7C-EA37C5AE2780}" destId="{955E9B99-29D9-486F-944B-DE5E59E331EF}" srcOrd="0" destOrd="0" presId="urn:microsoft.com/office/officeart/2018/2/layout/IconCircleList"/>
    <dgm:cxn modelId="{3F81311A-38DA-43CE-8AD5-6B39711BCDE1}" type="presOf" srcId="{8E23406E-CF59-44AB-80AC-EC5E27C69944}" destId="{31321295-16F3-44E6-AF30-A802F51FB716}" srcOrd="0" destOrd="0" presId="urn:microsoft.com/office/officeart/2018/2/layout/IconCircleList"/>
    <dgm:cxn modelId="{28865F1A-4B43-45E5-99E4-19F83571F2B5}" type="presOf" srcId="{0AF25B4A-3723-4BD3-87E5-5D1B82A3CCF6}" destId="{265F4123-5181-4389-BCE1-49D1DBB2A9C2}" srcOrd="0" destOrd="0" presId="urn:microsoft.com/office/officeart/2018/2/layout/IconCircleList"/>
    <dgm:cxn modelId="{FCC64427-67D8-4921-86D6-826174490CDC}" type="presOf" srcId="{260976F7-B2F6-4E5F-87E6-93123EDFBF57}" destId="{E99280D6-FFB8-424E-B8C0-13049B377F9E}" srcOrd="0" destOrd="0" presId="urn:microsoft.com/office/officeart/2018/2/layout/IconCircleList"/>
    <dgm:cxn modelId="{C7D1183C-DA86-492F-B4FA-14346E6EFD1B}" type="presOf" srcId="{EFECBC6C-16D4-4AB1-82EF-71AB01FE45B2}" destId="{DA660C2D-B3B1-4B64-BBCF-E8F53A889654}" srcOrd="0" destOrd="0" presId="urn:microsoft.com/office/officeart/2018/2/layout/IconCircleList"/>
    <dgm:cxn modelId="{94B3D349-874E-4116-85D5-92BB49B62C7C}" srcId="{5D68ADD2-C1AA-4057-A483-E97B88CCC92B}" destId="{EFECBC6C-16D4-4AB1-82EF-71AB01FE45B2}" srcOrd="4" destOrd="0" parTransId="{DC957696-9A13-45F1-8924-3CE0FDFDE589}" sibTransId="{2324E5C4-777B-462C-B6B9-928659BA7C93}"/>
    <dgm:cxn modelId="{6AE18E52-43F6-402A-9D3E-2D713CF92B6D}" type="presOf" srcId="{5D68ADD2-C1AA-4057-A483-E97B88CCC92B}" destId="{3D3090DB-4AC6-416F-A744-51F7EE138C22}" srcOrd="0" destOrd="0" presId="urn:microsoft.com/office/officeart/2018/2/layout/IconCircleList"/>
    <dgm:cxn modelId="{A8FCDD5A-224B-4B64-A6FC-13001759305D}" srcId="{5D68ADD2-C1AA-4057-A483-E97B88CCC92B}" destId="{08319864-4B07-4D90-B97A-A084EFDE16EB}" srcOrd="3" destOrd="0" parTransId="{22C1CBCA-92CD-41FC-B03D-5588BF67A1C7}" sibTransId="{EC777B33-A906-45F3-9EA4-AB93DDA550EA}"/>
    <dgm:cxn modelId="{AB239F90-EFAC-48CB-B855-4FCAE66DD3B3}" type="presOf" srcId="{0B2F9F89-9EE0-4157-989A-2E1591677ADD}" destId="{8957292E-E4C1-47DC-AE00-E6D44A43A5BE}" srcOrd="0" destOrd="0" presId="urn:microsoft.com/office/officeart/2018/2/layout/IconCircleList"/>
    <dgm:cxn modelId="{D9CEF1A1-294B-4057-BDFC-3439F7D09AA6}" type="presOf" srcId="{F2BE7D15-F56C-4D15-99A8-D6CDE6EBB6DA}" destId="{EE4059B5-963B-4905-A31B-AAC941D1B488}" srcOrd="0" destOrd="0" presId="urn:microsoft.com/office/officeart/2018/2/layout/IconCircleList"/>
    <dgm:cxn modelId="{3C14DDAD-AA58-49D2-B16B-562492472477}" type="presOf" srcId="{EC777B33-A906-45F3-9EA4-AB93DDA550EA}" destId="{74618FD3-A584-464D-9070-FC6B63708203}" srcOrd="0" destOrd="0" presId="urn:microsoft.com/office/officeart/2018/2/layout/IconCircleList"/>
    <dgm:cxn modelId="{360B6DAE-0F74-473B-9061-0A1FF1C0994B}" type="presOf" srcId="{463BAC0A-7D01-4578-A3CE-FDE89B0D248B}" destId="{7C1F5EBC-F633-4B39-B992-D6693F113798}" srcOrd="0" destOrd="0" presId="urn:microsoft.com/office/officeart/2018/2/layout/IconCircleList"/>
    <dgm:cxn modelId="{E994DCAE-BFA7-4AB1-A8AA-D7357D676AA2}" srcId="{5D68ADD2-C1AA-4057-A483-E97B88CCC92B}" destId="{F2BE7D15-F56C-4D15-99A8-D6CDE6EBB6DA}" srcOrd="2" destOrd="0" parTransId="{523604BE-66B7-4604-BC7F-6CD8699B8863}" sibTransId="{463BAC0A-7D01-4578-A3CE-FDE89B0D248B}"/>
    <dgm:cxn modelId="{C40DE7C4-5AB4-44B4-8DD9-286D1A2DEDAA}" srcId="{5D68ADD2-C1AA-4057-A483-E97B88CCC92B}" destId="{68158C5E-C6C6-4E96-BE7C-EA37C5AE2780}" srcOrd="5" destOrd="0" parTransId="{6FD6766D-7E4D-47D2-AA25-E8932B897DB2}" sibTransId="{3D7C0863-0827-466F-ADDB-30B31CA35885}"/>
    <dgm:cxn modelId="{13FBE4CA-BD75-4595-942C-B2849CF31429}" type="presOf" srcId="{2324E5C4-777B-462C-B6B9-928659BA7C93}" destId="{21B34D4F-E583-417D-913E-888356636B90}" srcOrd="0" destOrd="0" presId="urn:microsoft.com/office/officeart/2018/2/layout/IconCircleList"/>
    <dgm:cxn modelId="{47A1CAE4-274C-4D97-AD7F-0A6A3824549E}" srcId="{5D68ADD2-C1AA-4057-A483-E97B88CCC92B}" destId="{8E23406E-CF59-44AB-80AC-EC5E27C69944}" srcOrd="1" destOrd="0" parTransId="{DA1BD6D7-1F8F-46BD-998F-D0AC3A52504F}" sibTransId="{0AF25B4A-3723-4BD3-87E5-5D1B82A3CCF6}"/>
    <dgm:cxn modelId="{DEACAFF9-726E-4CC6-ACBC-9514A7E63C36}" srcId="{5D68ADD2-C1AA-4057-A483-E97B88CCC92B}" destId="{260976F7-B2F6-4E5F-87E6-93123EDFBF57}" srcOrd="0" destOrd="0" parTransId="{A2EEDC7E-5155-4E40-81D0-00BC9F116C78}" sibTransId="{0B2F9F89-9EE0-4157-989A-2E1591677ADD}"/>
    <dgm:cxn modelId="{0A4920FD-329E-46A7-91C0-62897F587133}" type="presOf" srcId="{08319864-4B07-4D90-B97A-A084EFDE16EB}" destId="{1ED5EE2D-665B-4074-A19B-4A68C6C0B9A5}" srcOrd="0" destOrd="0" presId="urn:microsoft.com/office/officeart/2018/2/layout/IconCircleList"/>
    <dgm:cxn modelId="{917E37A5-665F-4C04-B1C9-C6A0F98634D7}" type="presParOf" srcId="{3D3090DB-4AC6-416F-A744-51F7EE138C22}" destId="{1A8EE20B-D0D0-490E-9810-5EB227FCA36E}" srcOrd="0" destOrd="0" presId="urn:microsoft.com/office/officeart/2018/2/layout/IconCircleList"/>
    <dgm:cxn modelId="{D768A35C-1F91-4E06-ACCC-BA8DE5E2F702}" type="presParOf" srcId="{1A8EE20B-D0D0-490E-9810-5EB227FCA36E}" destId="{B38A76B3-8746-45A9-9F6F-AA2201A9745F}" srcOrd="0" destOrd="0" presId="urn:microsoft.com/office/officeart/2018/2/layout/IconCircleList"/>
    <dgm:cxn modelId="{2E539C2A-4BF3-4C27-8A19-58E8FDF49DC5}" type="presParOf" srcId="{B38A76B3-8746-45A9-9F6F-AA2201A9745F}" destId="{41F9A7BB-84CB-4E85-BA84-9B0637A8737E}" srcOrd="0" destOrd="0" presId="urn:microsoft.com/office/officeart/2018/2/layout/IconCircleList"/>
    <dgm:cxn modelId="{E67B3B97-FED7-4E8B-A7E6-4101EC720A87}" type="presParOf" srcId="{B38A76B3-8746-45A9-9F6F-AA2201A9745F}" destId="{986CB4A4-FEA0-4A09-90D5-E7DAD8E92CC9}" srcOrd="1" destOrd="0" presId="urn:microsoft.com/office/officeart/2018/2/layout/IconCircleList"/>
    <dgm:cxn modelId="{71EC0594-D35F-488F-81E5-AFB9A97F8A0A}" type="presParOf" srcId="{B38A76B3-8746-45A9-9F6F-AA2201A9745F}" destId="{3CA6C4A7-FC05-422B-B19B-ADCBF1C04938}" srcOrd="2" destOrd="0" presId="urn:microsoft.com/office/officeart/2018/2/layout/IconCircleList"/>
    <dgm:cxn modelId="{9B95B37C-C4DA-4626-B8B7-AA036399BD9A}" type="presParOf" srcId="{B38A76B3-8746-45A9-9F6F-AA2201A9745F}" destId="{E99280D6-FFB8-424E-B8C0-13049B377F9E}" srcOrd="3" destOrd="0" presId="urn:microsoft.com/office/officeart/2018/2/layout/IconCircleList"/>
    <dgm:cxn modelId="{DA506D32-3CEB-45D7-88C4-B30C6F43A48E}" type="presParOf" srcId="{1A8EE20B-D0D0-490E-9810-5EB227FCA36E}" destId="{8957292E-E4C1-47DC-AE00-E6D44A43A5BE}" srcOrd="1" destOrd="0" presId="urn:microsoft.com/office/officeart/2018/2/layout/IconCircleList"/>
    <dgm:cxn modelId="{392CC631-B78C-4482-94AC-17FFE81ECE62}" type="presParOf" srcId="{1A8EE20B-D0D0-490E-9810-5EB227FCA36E}" destId="{068B6C2E-EC3F-44CC-AAC7-35DE2AF505E8}" srcOrd="2" destOrd="0" presId="urn:microsoft.com/office/officeart/2018/2/layout/IconCircleList"/>
    <dgm:cxn modelId="{4E449A9C-21F8-40BD-B96B-50E6B2CB44AA}" type="presParOf" srcId="{068B6C2E-EC3F-44CC-AAC7-35DE2AF505E8}" destId="{89D35BEE-0185-45FD-82ED-F09440DB05AC}" srcOrd="0" destOrd="0" presId="urn:microsoft.com/office/officeart/2018/2/layout/IconCircleList"/>
    <dgm:cxn modelId="{BA6DB12C-A765-4571-9F3A-60953FC3E578}" type="presParOf" srcId="{068B6C2E-EC3F-44CC-AAC7-35DE2AF505E8}" destId="{6F813C7A-9F27-42E5-82B4-830E0D43124B}" srcOrd="1" destOrd="0" presId="urn:microsoft.com/office/officeart/2018/2/layout/IconCircleList"/>
    <dgm:cxn modelId="{01BC335B-5DEE-475F-91A0-302B7055C2DE}" type="presParOf" srcId="{068B6C2E-EC3F-44CC-AAC7-35DE2AF505E8}" destId="{34F132E3-E3A5-45E3-A96A-4C647DA716EE}" srcOrd="2" destOrd="0" presId="urn:microsoft.com/office/officeart/2018/2/layout/IconCircleList"/>
    <dgm:cxn modelId="{15367BD2-1C63-4775-BCE1-B8D8D456222C}" type="presParOf" srcId="{068B6C2E-EC3F-44CC-AAC7-35DE2AF505E8}" destId="{31321295-16F3-44E6-AF30-A802F51FB716}" srcOrd="3" destOrd="0" presId="urn:microsoft.com/office/officeart/2018/2/layout/IconCircleList"/>
    <dgm:cxn modelId="{2CD81EDE-A455-496B-A1BB-D1FD2C134BD0}" type="presParOf" srcId="{1A8EE20B-D0D0-490E-9810-5EB227FCA36E}" destId="{265F4123-5181-4389-BCE1-49D1DBB2A9C2}" srcOrd="3" destOrd="0" presId="urn:microsoft.com/office/officeart/2018/2/layout/IconCircleList"/>
    <dgm:cxn modelId="{D154B733-C240-4DC9-9A03-69E542C15535}" type="presParOf" srcId="{1A8EE20B-D0D0-490E-9810-5EB227FCA36E}" destId="{36B0B070-7CAD-4999-A49A-22AB07DD260B}" srcOrd="4" destOrd="0" presId="urn:microsoft.com/office/officeart/2018/2/layout/IconCircleList"/>
    <dgm:cxn modelId="{98C19AEB-A400-4BEF-9495-2B27796C87CD}" type="presParOf" srcId="{36B0B070-7CAD-4999-A49A-22AB07DD260B}" destId="{62B138F0-EFF4-403C-A0D0-0694D21A0E80}" srcOrd="0" destOrd="0" presId="urn:microsoft.com/office/officeart/2018/2/layout/IconCircleList"/>
    <dgm:cxn modelId="{47981790-670E-471D-9665-8AD347347C54}" type="presParOf" srcId="{36B0B070-7CAD-4999-A49A-22AB07DD260B}" destId="{F14E1A75-1131-4180-B89A-C527A1E83034}" srcOrd="1" destOrd="0" presId="urn:microsoft.com/office/officeart/2018/2/layout/IconCircleList"/>
    <dgm:cxn modelId="{E6F37AFD-B070-4638-A5BA-C78ED0A76B4C}" type="presParOf" srcId="{36B0B070-7CAD-4999-A49A-22AB07DD260B}" destId="{F00451B1-200E-406C-8CCE-654799CEE878}" srcOrd="2" destOrd="0" presId="urn:microsoft.com/office/officeart/2018/2/layout/IconCircleList"/>
    <dgm:cxn modelId="{C6B9AD43-69D9-4A81-8AAA-E84EF738F6CE}" type="presParOf" srcId="{36B0B070-7CAD-4999-A49A-22AB07DD260B}" destId="{EE4059B5-963B-4905-A31B-AAC941D1B488}" srcOrd="3" destOrd="0" presId="urn:microsoft.com/office/officeart/2018/2/layout/IconCircleList"/>
    <dgm:cxn modelId="{75819DFC-BE17-4265-BCB8-6EE7AB2C97F2}" type="presParOf" srcId="{1A8EE20B-D0D0-490E-9810-5EB227FCA36E}" destId="{7C1F5EBC-F633-4B39-B992-D6693F113798}" srcOrd="5" destOrd="0" presId="urn:microsoft.com/office/officeart/2018/2/layout/IconCircleList"/>
    <dgm:cxn modelId="{45CD5108-8B71-4F56-9714-70212F2A2AC9}" type="presParOf" srcId="{1A8EE20B-D0D0-490E-9810-5EB227FCA36E}" destId="{C578F7F6-909D-4AA9-A018-48678011AD63}" srcOrd="6" destOrd="0" presId="urn:microsoft.com/office/officeart/2018/2/layout/IconCircleList"/>
    <dgm:cxn modelId="{41C599E9-2E29-4FD4-A54F-7D078F6AD4F3}" type="presParOf" srcId="{C578F7F6-909D-4AA9-A018-48678011AD63}" destId="{4DFC1722-41FE-4817-BD8B-38F1D67765F2}" srcOrd="0" destOrd="0" presId="urn:microsoft.com/office/officeart/2018/2/layout/IconCircleList"/>
    <dgm:cxn modelId="{4C1335CA-7F1F-4ECD-82F9-B8A47B81F039}" type="presParOf" srcId="{C578F7F6-909D-4AA9-A018-48678011AD63}" destId="{9ECDED08-15BC-4F79-98DC-EC9B8A99018E}" srcOrd="1" destOrd="0" presId="urn:microsoft.com/office/officeart/2018/2/layout/IconCircleList"/>
    <dgm:cxn modelId="{BDAC8433-EC99-4993-9FBF-ADEA044A44DF}" type="presParOf" srcId="{C578F7F6-909D-4AA9-A018-48678011AD63}" destId="{C8ACDDF8-3923-4C4F-9AAD-454ACFBD1DBC}" srcOrd="2" destOrd="0" presId="urn:microsoft.com/office/officeart/2018/2/layout/IconCircleList"/>
    <dgm:cxn modelId="{13578082-B67B-4B56-81A9-0396E9AE65C9}" type="presParOf" srcId="{C578F7F6-909D-4AA9-A018-48678011AD63}" destId="{1ED5EE2D-665B-4074-A19B-4A68C6C0B9A5}" srcOrd="3" destOrd="0" presId="urn:microsoft.com/office/officeart/2018/2/layout/IconCircleList"/>
    <dgm:cxn modelId="{0103F74D-74EA-461A-BB3B-74D59E51FDB3}" type="presParOf" srcId="{1A8EE20B-D0D0-490E-9810-5EB227FCA36E}" destId="{74618FD3-A584-464D-9070-FC6B63708203}" srcOrd="7" destOrd="0" presId="urn:microsoft.com/office/officeart/2018/2/layout/IconCircleList"/>
    <dgm:cxn modelId="{D4E20749-3B52-4811-9344-F631CE929CB1}" type="presParOf" srcId="{1A8EE20B-D0D0-490E-9810-5EB227FCA36E}" destId="{5BB123E5-B4AC-4167-A17D-534966144FB6}" srcOrd="8" destOrd="0" presId="urn:microsoft.com/office/officeart/2018/2/layout/IconCircleList"/>
    <dgm:cxn modelId="{C9A05F7E-4059-40A3-A35C-969CF8408C0D}" type="presParOf" srcId="{5BB123E5-B4AC-4167-A17D-534966144FB6}" destId="{24141189-5672-4494-8502-86198826A765}" srcOrd="0" destOrd="0" presId="urn:microsoft.com/office/officeart/2018/2/layout/IconCircleList"/>
    <dgm:cxn modelId="{ACD00216-847B-47BA-BD37-9270157A95B2}" type="presParOf" srcId="{5BB123E5-B4AC-4167-A17D-534966144FB6}" destId="{26DA3297-D354-47BB-B158-2EF26B89488D}" srcOrd="1" destOrd="0" presId="urn:microsoft.com/office/officeart/2018/2/layout/IconCircleList"/>
    <dgm:cxn modelId="{24AF6B02-C15D-4578-B5A0-0D29E626DE9A}" type="presParOf" srcId="{5BB123E5-B4AC-4167-A17D-534966144FB6}" destId="{62C785F0-8CDE-45B7-941D-BAC279BB45D3}" srcOrd="2" destOrd="0" presId="urn:microsoft.com/office/officeart/2018/2/layout/IconCircleList"/>
    <dgm:cxn modelId="{8148D234-1E8B-4BF5-AF94-8BAAA8DC619A}" type="presParOf" srcId="{5BB123E5-B4AC-4167-A17D-534966144FB6}" destId="{DA660C2D-B3B1-4B64-BBCF-E8F53A889654}" srcOrd="3" destOrd="0" presId="urn:microsoft.com/office/officeart/2018/2/layout/IconCircleList"/>
    <dgm:cxn modelId="{2D0BD471-9AAE-4FE9-9146-4A841BD81457}" type="presParOf" srcId="{1A8EE20B-D0D0-490E-9810-5EB227FCA36E}" destId="{21B34D4F-E583-417D-913E-888356636B90}" srcOrd="9" destOrd="0" presId="urn:microsoft.com/office/officeart/2018/2/layout/IconCircleList"/>
    <dgm:cxn modelId="{98B7EEB0-3853-498B-9E04-3FA1287EBAA7}" type="presParOf" srcId="{1A8EE20B-D0D0-490E-9810-5EB227FCA36E}" destId="{1B156F4F-9D1F-4250-814B-630C50368BA4}" srcOrd="10" destOrd="0" presId="urn:microsoft.com/office/officeart/2018/2/layout/IconCircleList"/>
    <dgm:cxn modelId="{CF5FBBA8-2D9C-47D0-976B-6152B695B2D8}" type="presParOf" srcId="{1B156F4F-9D1F-4250-814B-630C50368BA4}" destId="{27CF9EA7-ECEA-4490-A39F-1A256E4CCCE0}" srcOrd="0" destOrd="0" presId="urn:microsoft.com/office/officeart/2018/2/layout/IconCircleList"/>
    <dgm:cxn modelId="{A123ECAF-062C-409F-8878-5BFFE591DC4D}" type="presParOf" srcId="{1B156F4F-9D1F-4250-814B-630C50368BA4}" destId="{9947AE35-4500-4B70-B495-F47787FA14FB}" srcOrd="1" destOrd="0" presId="urn:microsoft.com/office/officeart/2018/2/layout/IconCircleList"/>
    <dgm:cxn modelId="{D355795A-6102-455F-8EC2-19DCCE040D23}" type="presParOf" srcId="{1B156F4F-9D1F-4250-814B-630C50368BA4}" destId="{416FE99F-94E3-494F-8F0E-0BE28AF4743F}" srcOrd="2" destOrd="0" presId="urn:microsoft.com/office/officeart/2018/2/layout/IconCircleList"/>
    <dgm:cxn modelId="{3EE517B1-5127-4BC9-A6D3-DDC4B16CC20E}" type="presParOf" srcId="{1B156F4F-9D1F-4250-814B-630C50368BA4}" destId="{955E9B99-29D9-486F-944B-DE5E59E331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0256D5-D6F2-4762-BF8E-A607388C65B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CD5EB3-EA18-481A-9DE9-7E3F023509A2}">
      <dgm:prSet/>
      <dgm:spPr/>
      <dgm:t>
        <a:bodyPr/>
        <a:lstStyle/>
        <a:p>
          <a:r>
            <a:rPr lang="es-MX"/>
            <a:t>Si el usuario ingresa </a:t>
          </a:r>
          <a:r>
            <a:rPr lang="es-MX" b="1"/>
            <a:t>letras en lugar de números</a:t>
          </a:r>
          <a:r>
            <a:rPr lang="es-MX"/>
            <a:t>, el programa genera un error.</a:t>
          </a:r>
          <a:endParaRPr lang="en-US"/>
        </a:p>
      </dgm:t>
    </dgm:pt>
    <dgm:pt modelId="{042164E1-B3E3-4307-A54E-1B4D54EBEBCE}" type="parTrans" cxnId="{EF4E457B-DAD8-4CF7-828B-44865332FD16}">
      <dgm:prSet/>
      <dgm:spPr/>
      <dgm:t>
        <a:bodyPr/>
        <a:lstStyle/>
        <a:p>
          <a:endParaRPr lang="en-US"/>
        </a:p>
      </dgm:t>
    </dgm:pt>
    <dgm:pt modelId="{3DE030FD-4564-4BBA-8B30-98B42C87549C}" type="sibTrans" cxnId="{EF4E457B-DAD8-4CF7-828B-44865332FD16}">
      <dgm:prSet/>
      <dgm:spPr/>
      <dgm:t>
        <a:bodyPr/>
        <a:lstStyle/>
        <a:p>
          <a:endParaRPr lang="en-US"/>
        </a:p>
      </dgm:t>
    </dgm:pt>
    <dgm:pt modelId="{3555B8E4-9000-42CB-A21A-91A9BEB7CCC6}">
      <dgm:prSet/>
      <dgm:spPr/>
      <dgm:t>
        <a:bodyPr/>
        <a:lstStyle/>
        <a:p>
          <a:r>
            <a:rPr lang="es-MX"/>
            <a:t>Si se elige una opción diferente a 1 o 2, el programa no realiza la conversión.</a:t>
          </a:r>
          <a:endParaRPr lang="en-US"/>
        </a:p>
      </dgm:t>
    </dgm:pt>
    <dgm:pt modelId="{8D1FFFC0-CEA3-48C2-860C-82674018EE50}" type="parTrans" cxnId="{1572FCD9-1693-4E07-B6A8-0CE9C49893EC}">
      <dgm:prSet/>
      <dgm:spPr/>
      <dgm:t>
        <a:bodyPr/>
        <a:lstStyle/>
        <a:p>
          <a:endParaRPr lang="en-US"/>
        </a:p>
      </dgm:t>
    </dgm:pt>
    <dgm:pt modelId="{819DDF60-2733-4A45-834E-A0CB0CF3E584}" type="sibTrans" cxnId="{1572FCD9-1693-4E07-B6A8-0CE9C49893EC}">
      <dgm:prSet/>
      <dgm:spPr/>
      <dgm:t>
        <a:bodyPr/>
        <a:lstStyle/>
        <a:p>
          <a:endParaRPr lang="en-US"/>
        </a:p>
      </dgm:t>
    </dgm:pt>
    <dgm:pt modelId="{02E6E0D0-54E8-40F4-B615-9CA7E9C8E8BB}">
      <dgm:prSet/>
      <dgm:spPr/>
      <dgm:t>
        <a:bodyPr/>
        <a:lstStyle/>
        <a:p>
          <a:r>
            <a:rPr lang="es-MX"/>
            <a:t>Si Java no está instalado correctamente, el programa no se ejecuta.</a:t>
          </a:r>
          <a:endParaRPr lang="en-US"/>
        </a:p>
      </dgm:t>
    </dgm:pt>
    <dgm:pt modelId="{18BC83CB-E99F-4A6D-91E5-6FF62C2D7B0C}" type="parTrans" cxnId="{90D16E20-157C-4C66-BCCA-4B62AD5BE4B9}">
      <dgm:prSet/>
      <dgm:spPr/>
      <dgm:t>
        <a:bodyPr/>
        <a:lstStyle/>
        <a:p>
          <a:endParaRPr lang="en-US"/>
        </a:p>
      </dgm:t>
    </dgm:pt>
    <dgm:pt modelId="{AA2E9680-8E16-4443-9CF6-A65D0272F769}" type="sibTrans" cxnId="{90D16E20-157C-4C66-BCCA-4B62AD5BE4B9}">
      <dgm:prSet/>
      <dgm:spPr/>
      <dgm:t>
        <a:bodyPr/>
        <a:lstStyle/>
        <a:p>
          <a:endParaRPr lang="en-US"/>
        </a:p>
      </dgm:t>
    </dgm:pt>
    <dgm:pt modelId="{DF4B6782-5B0F-43F2-A8AB-0B6E849747CA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</a:rPr>
            <a:t>Limitaciones :</a:t>
          </a:r>
          <a:endParaRPr lang="en-US" dirty="0">
            <a:solidFill>
              <a:schemeClr val="tx1"/>
            </a:solidFill>
          </a:endParaRPr>
        </a:p>
      </dgm:t>
    </dgm:pt>
    <dgm:pt modelId="{C36DDE7A-AD54-414D-A424-9A13CE35CC8C}" type="parTrans" cxnId="{B3D9F659-2AB9-412D-8795-D1E01EC891DF}">
      <dgm:prSet/>
      <dgm:spPr/>
      <dgm:t>
        <a:bodyPr/>
        <a:lstStyle/>
        <a:p>
          <a:endParaRPr lang="en-US"/>
        </a:p>
      </dgm:t>
    </dgm:pt>
    <dgm:pt modelId="{880E591A-0F30-46B7-9697-DD4CC02168DC}" type="sibTrans" cxnId="{B3D9F659-2AB9-412D-8795-D1E01EC891DF}">
      <dgm:prSet/>
      <dgm:spPr/>
      <dgm:t>
        <a:bodyPr/>
        <a:lstStyle/>
        <a:p>
          <a:endParaRPr lang="en-US"/>
        </a:p>
      </dgm:t>
    </dgm:pt>
    <dgm:pt modelId="{82B3984D-7A72-4682-8C73-046DDDCC46F0}">
      <dgm:prSet/>
      <dgm:spPr/>
      <dgm:t>
        <a:bodyPr/>
        <a:lstStyle/>
        <a:p>
          <a:r>
            <a:rPr lang="es-MX"/>
            <a:t>No valida errores avanzados de entrada.</a:t>
          </a:r>
          <a:endParaRPr lang="en-US"/>
        </a:p>
      </dgm:t>
    </dgm:pt>
    <dgm:pt modelId="{6A6037F4-772E-43B2-BB06-720ECD42C63A}" type="parTrans" cxnId="{582E4769-31B2-4BE1-BFD6-6B366B30780C}">
      <dgm:prSet/>
      <dgm:spPr/>
      <dgm:t>
        <a:bodyPr/>
        <a:lstStyle/>
        <a:p>
          <a:endParaRPr lang="en-US"/>
        </a:p>
      </dgm:t>
    </dgm:pt>
    <dgm:pt modelId="{5BBB4852-43E6-48F0-8FFB-504A298EBC1A}" type="sibTrans" cxnId="{582E4769-31B2-4BE1-BFD6-6B366B30780C}">
      <dgm:prSet/>
      <dgm:spPr/>
      <dgm:t>
        <a:bodyPr/>
        <a:lstStyle/>
        <a:p>
          <a:endParaRPr lang="en-US"/>
        </a:p>
      </dgm:t>
    </dgm:pt>
    <dgm:pt modelId="{618A60E8-0306-4E8D-AEFB-93CB55667350}">
      <dgm:prSet/>
      <dgm:spPr/>
      <dgm:t>
        <a:bodyPr/>
        <a:lstStyle/>
        <a:p>
          <a:r>
            <a:rPr lang="es-MX"/>
            <a:t>Solo convierte entre </a:t>
          </a:r>
          <a:r>
            <a:rPr lang="es-MX" b="1"/>
            <a:t>Celsius y Fahrenheit</a:t>
          </a:r>
          <a:r>
            <a:rPr lang="es-MX"/>
            <a:t>.</a:t>
          </a:r>
          <a:endParaRPr lang="en-US"/>
        </a:p>
      </dgm:t>
    </dgm:pt>
    <dgm:pt modelId="{3AB0421D-4E2D-4D31-915A-A22EDCAFEC97}" type="parTrans" cxnId="{82F3D3D5-A9C2-427C-B2B8-A6BE5ACBB92C}">
      <dgm:prSet/>
      <dgm:spPr/>
      <dgm:t>
        <a:bodyPr/>
        <a:lstStyle/>
        <a:p>
          <a:endParaRPr lang="en-US"/>
        </a:p>
      </dgm:t>
    </dgm:pt>
    <dgm:pt modelId="{F8799FFF-7220-4215-8CA0-CA9C104327AB}" type="sibTrans" cxnId="{82F3D3D5-A9C2-427C-B2B8-A6BE5ACBB92C}">
      <dgm:prSet/>
      <dgm:spPr/>
      <dgm:t>
        <a:bodyPr/>
        <a:lstStyle/>
        <a:p>
          <a:endParaRPr lang="en-US"/>
        </a:p>
      </dgm:t>
    </dgm:pt>
    <dgm:pt modelId="{5F3C38CC-FA67-40E3-B643-85D28B6B4D44}">
      <dgm:prSet/>
      <dgm:spPr/>
      <dgm:t>
        <a:bodyPr/>
        <a:lstStyle/>
        <a:p>
          <a:r>
            <a:rPr lang="es-MX"/>
            <a:t>No guarda los resultados, solo los muestra en pantalla.</a:t>
          </a:r>
          <a:endParaRPr lang="en-US"/>
        </a:p>
      </dgm:t>
    </dgm:pt>
    <dgm:pt modelId="{6D178D75-1C33-4EB5-874B-E31144EE2B17}" type="parTrans" cxnId="{3C7C0B1A-F715-414A-99B2-C5F98E0D50FF}">
      <dgm:prSet/>
      <dgm:spPr/>
      <dgm:t>
        <a:bodyPr/>
        <a:lstStyle/>
        <a:p>
          <a:endParaRPr lang="en-US"/>
        </a:p>
      </dgm:t>
    </dgm:pt>
    <dgm:pt modelId="{6520E772-EE4D-430A-BBC7-6E43B0B72593}" type="sibTrans" cxnId="{3C7C0B1A-F715-414A-99B2-C5F98E0D50FF}">
      <dgm:prSet/>
      <dgm:spPr/>
      <dgm:t>
        <a:bodyPr/>
        <a:lstStyle/>
        <a:p>
          <a:endParaRPr lang="en-US"/>
        </a:p>
      </dgm:t>
    </dgm:pt>
    <dgm:pt modelId="{8B15A870-EFB1-4176-98EE-CF5F55D31056}" type="pres">
      <dgm:prSet presAssocID="{490256D5-D6F2-4762-BF8E-A607388C65BD}" presName="linear" presStyleCnt="0">
        <dgm:presLayoutVars>
          <dgm:animLvl val="lvl"/>
          <dgm:resizeHandles val="exact"/>
        </dgm:presLayoutVars>
      </dgm:prSet>
      <dgm:spPr/>
    </dgm:pt>
    <dgm:pt modelId="{481A4067-865B-4F43-9E35-6655A3EFEF28}" type="pres">
      <dgm:prSet presAssocID="{09CD5EB3-EA18-481A-9DE9-7E3F023509A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51A8718-F198-49A6-9CC1-D7C58CF672C7}" type="pres">
      <dgm:prSet presAssocID="{3DE030FD-4564-4BBA-8B30-98B42C87549C}" presName="spacer" presStyleCnt="0"/>
      <dgm:spPr/>
    </dgm:pt>
    <dgm:pt modelId="{4D97CBA7-9BD3-4058-B0A0-F58740F43E05}" type="pres">
      <dgm:prSet presAssocID="{3555B8E4-9000-42CB-A21A-91A9BEB7CCC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F941A97-18DF-4E02-A4F6-73FC74FF9E4D}" type="pres">
      <dgm:prSet presAssocID="{819DDF60-2733-4A45-834E-A0CB0CF3E584}" presName="spacer" presStyleCnt="0"/>
      <dgm:spPr/>
    </dgm:pt>
    <dgm:pt modelId="{F7CBE750-2BE7-48EF-A18C-9AD27E774F7E}" type="pres">
      <dgm:prSet presAssocID="{02E6E0D0-54E8-40F4-B615-9CA7E9C8E8B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F421C17-97F0-4F75-9EE4-BF953B45FB29}" type="pres">
      <dgm:prSet presAssocID="{AA2E9680-8E16-4443-9CF6-A65D0272F769}" presName="spacer" presStyleCnt="0"/>
      <dgm:spPr/>
    </dgm:pt>
    <dgm:pt modelId="{64ECD590-D925-4861-A183-D4DA8D4FA71B}" type="pres">
      <dgm:prSet presAssocID="{DF4B6782-5B0F-43F2-A8AB-0B6E849747C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84A42C6-5EBE-441A-B97C-AEEB21DA5E62}" type="pres">
      <dgm:prSet presAssocID="{880E591A-0F30-46B7-9697-DD4CC02168DC}" presName="spacer" presStyleCnt="0"/>
      <dgm:spPr/>
    </dgm:pt>
    <dgm:pt modelId="{05E92F9F-CFB3-45F7-BCF2-1DC357522A90}" type="pres">
      <dgm:prSet presAssocID="{82B3984D-7A72-4682-8C73-046DDDCC46F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57613E2-8BD1-4F06-8688-B540DF4F7F4E}" type="pres">
      <dgm:prSet presAssocID="{5BBB4852-43E6-48F0-8FFB-504A298EBC1A}" presName="spacer" presStyleCnt="0"/>
      <dgm:spPr/>
    </dgm:pt>
    <dgm:pt modelId="{1E49D665-59C1-4CFC-9070-E5AF19E79C9F}" type="pres">
      <dgm:prSet presAssocID="{618A60E8-0306-4E8D-AEFB-93CB5566735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D03C280-EBA4-4D3E-9879-D9AF721AD13A}" type="pres">
      <dgm:prSet presAssocID="{F8799FFF-7220-4215-8CA0-CA9C104327AB}" presName="spacer" presStyleCnt="0"/>
      <dgm:spPr/>
    </dgm:pt>
    <dgm:pt modelId="{5CEA3442-5A66-4F31-B75B-73419CE7CAB6}" type="pres">
      <dgm:prSet presAssocID="{5F3C38CC-FA67-40E3-B643-85D28B6B4D4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599A107-EC70-4A4D-AD2F-375E07BE89D4}" type="presOf" srcId="{82B3984D-7A72-4682-8C73-046DDDCC46F0}" destId="{05E92F9F-CFB3-45F7-BCF2-1DC357522A90}" srcOrd="0" destOrd="0" presId="urn:microsoft.com/office/officeart/2005/8/layout/vList2"/>
    <dgm:cxn modelId="{3C7C0B1A-F715-414A-99B2-C5F98E0D50FF}" srcId="{490256D5-D6F2-4762-BF8E-A607388C65BD}" destId="{5F3C38CC-FA67-40E3-B643-85D28B6B4D44}" srcOrd="6" destOrd="0" parTransId="{6D178D75-1C33-4EB5-874B-E31144EE2B17}" sibTransId="{6520E772-EE4D-430A-BBC7-6E43B0B72593}"/>
    <dgm:cxn modelId="{90D16E20-157C-4C66-BCCA-4B62AD5BE4B9}" srcId="{490256D5-D6F2-4762-BF8E-A607388C65BD}" destId="{02E6E0D0-54E8-40F4-B615-9CA7E9C8E8BB}" srcOrd="2" destOrd="0" parTransId="{18BC83CB-E99F-4A6D-91E5-6FF62C2D7B0C}" sibTransId="{AA2E9680-8E16-4443-9CF6-A65D0272F769}"/>
    <dgm:cxn modelId="{582E4769-31B2-4BE1-BFD6-6B366B30780C}" srcId="{490256D5-D6F2-4762-BF8E-A607388C65BD}" destId="{82B3984D-7A72-4682-8C73-046DDDCC46F0}" srcOrd="4" destOrd="0" parTransId="{6A6037F4-772E-43B2-BB06-720ECD42C63A}" sibTransId="{5BBB4852-43E6-48F0-8FFB-504A298EBC1A}"/>
    <dgm:cxn modelId="{B7296D71-2F70-42AA-922C-093F259C6D19}" type="presOf" srcId="{490256D5-D6F2-4762-BF8E-A607388C65BD}" destId="{8B15A870-EFB1-4176-98EE-CF5F55D31056}" srcOrd="0" destOrd="0" presId="urn:microsoft.com/office/officeart/2005/8/layout/vList2"/>
    <dgm:cxn modelId="{B3D9F659-2AB9-412D-8795-D1E01EC891DF}" srcId="{490256D5-D6F2-4762-BF8E-A607388C65BD}" destId="{DF4B6782-5B0F-43F2-A8AB-0B6E849747CA}" srcOrd="3" destOrd="0" parTransId="{C36DDE7A-AD54-414D-A424-9A13CE35CC8C}" sibTransId="{880E591A-0F30-46B7-9697-DD4CC02168DC}"/>
    <dgm:cxn modelId="{EF4E457B-DAD8-4CF7-828B-44865332FD16}" srcId="{490256D5-D6F2-4762-BF8E-A607388C65BD}" destId="{09CD5EB3-EA18-481A-9DE9-7E3F023509A2}" srcOrd="0" destOrd="0" parTransId="{042164E1-B3E3-4307-A54E-1B4D54EBEBCE}" sibTransId="{3DE030FD-4564-4BBA-8B30-98B42C87549C}"/>
    <dgm:cxn modelId="{23C26E91-90E2-42F5-B2D3-F0661DD979CC}" type="presOf" srcId="{DF4B6782-5B0F-43F2-A8AB-0B6E849747CA}" destId="{64ECD590-D925-4861-A183-D4DA8D4FA71B}" srcOrd="0" destOrd="0" presId="urn:microsoft.com/office/officeart/2005/8/layout/vList2"/>
    <dgm:cxn modelId="{4E8DA99C-73F5-4ABF-97F5-7C0A8BEFB8C4}" type="presOf" srcId="{3555B8E4-9000-42CB-A21A-91A9BEB7CCC6}" destId="{4D97CBA7-9BD3-4058-B0A0-F58740F43E05}" srcOrd="0" destOrd="0" presId="urn:microsoft.com/office/officeart/2005/8/layout/vList2"/>
    <dgm:cxn modelId="{02BFB1B4-4470-404E-B2B2-7FD1337A4A68}" type="presOf" srcId="{02E6E0D0-54E8-40F4-B615-9CA7E9C8E8BB}" destId="{F7CBE750-2BE7-48EF-A18C-9AD27E774F7E}" srcOrd="0" destOrd="0" presId="urn:microsoft.com/office/officeart/2005/8/layout/vList2"/>
    <dgm:cxn modelId="{E380D7B4-9A69-48F1-B966-B7F44E705634}" type="presOf" srcId="{09CD5EB3-EA18-481A-9DE9-7E3F023509A2}" destId="{481A4067-865B-4F43-9E35-6655A3EFEF28}" srcOrd="0" destOrd="0" presId="urn:microsoft.com/office/officeart/2005/8/layout/vList2"/>
    <dgm:cxn modelId="{82F3D3D5-A9C2-427C-B2B8-A6BE5ACBB92C}" srcId="{490256D5-D6F2-4762-BF8E-A607388C65BD}" destId="{618A60E8-0306-4E8D-AEFB-93CB55667350}" srcOrd="5" destOrd="0" parTransId="{3AB0421D-4E2D-4D31-915A-A22EDCAFEC97}" sibTransId="{F8799FFF-7220-4215-8CA0-CA9C104327AB}"/>
    <dgm:cxn modelId="{1572FCD9-1693-4E07-B6A8-0CE9C49893EC}" srcId="{490256D5-D6F2-4762-BF8E-A607388C65BD}" destId="{3555B8E4-9000-42CB-A21A-91A9BEB7CCC6}" srcOrd="1" destOrd="0" parTransId="{8D1FFFC0-CEA3-48C2-860C-82674018EE50}" sibTransId="{819DDF60-2733-4A45-834E-A0CB0CF3E584}"/>
    <dgm:cxn modelId="{50DF42E0-CBB6-4956-9AE1-A3DF9AF743BC}" type="presOf" srcId="{5F3C38CC-FA67-40E3-B643-85D28B6B4D44}" destId="{5CEA3442-5A66-4F31-B75B-73419CE7CAB6}" srcOrd="0" destOrd="0" presId="urn:microsoft.com/office/officeart/2005/8/layout/vList2"/>
    <dgm:cxn modelId="{9E1E8DFD-1E23-460F-9EE5-57823A1200C7}" type="presOf" srcId="{618A60E8-0306-4E8D-AEFB-93CB55667350}" destId="{1E49D665-59C1-4CFC-9070-E5AF19E79C9F}" srcOrd="0" destOrd="0" presId="urn:microsoft.com/office/officeart/2005/8/layout/vList2"/>
    <dgm:cxn modelId="{AAC165C4-8B1D-4770-A070-45AA5D3EF3DC}" type="presParOf" srcId="{8B15A870-EFB1-4176-98EE-CF5F55D31056}" destId="{481A4067-865B-4F43-9E35-6655A3EFEF28}" srcOrd="0" destOrd="0" presId="urn:microsoft.com/office/officeart/2005/8/layout/vList2"/>
    <dgm:cxn modelId="{3A72CB44-830E-4D16-825E-6A063C612203}" type="presParOf" srcId="{8B15A870-EFB1-4176-98EE-CF5F55D31056}" destId="{A51A8718-F198-49A6-9CC1-D7C58CF672C7}" srcOrd="1" destOrd="0" presId="urn:microsoft.com/office/officeart/2005/8/layout/vList2"/>
    <dgm:cxn modelId="{C47ECDCE-97F9-402B-9E0E-F27AC411F97E}" type="presParOf" srcId="{8B15A870-EFB1-4176-98EE-CF5F55D31056}" destId="{4D97CBA7-9BD3-4058-B0A0-F58740F43E05}" srcOrd="2" destOrd="0" presId="urn:microsoft.com/office/officeart/2005/8/layout/vList2"/>
    <dgm:cxn modelId="{90A8D819-4879-4E64-B8DF-7C168C93E01A}" type="presParOf" srcId="{8B15A870-EFB1-4176-98EE-CF5F55D31056}" destId="{5F941A97-18DF-4E02-A4F6-73FC74FF9E4D}" srcOrd="3" destOrd="0" presId="urn:microsoft.com/office/officeart/2005/8/layout/vList2"/>
    <dgm:cxn modelId="{4D738839-0FBB-40B0-8347-BAE9FC4DBF95}" type="presParOf" srcId="{8B15A870-EFB1-4176-98EE-CF5F55D31056}" destId="{F7CBE750-2BE7-48EF-A18C-9AD27E774F7E}" srcOrd="4" destOrd="0" presId="urn:microsoft.com/office/officeart/2005/8/layout/vList2"/>
    <dgm:cxn modelId="{790435FA-40EF-4AE2-B0E9-B8A378353579}" type="presParOf" srcId="{8B15A870-EFB1-4176-98EE-CF5F55D31056}" destId="{4F421C17-97F0-4F75-9EE4-BF953B45FB29}" srcOrd="5" destOrd="0" presId="urn:microsoft.com/office/officeart/2005/8/layout/vList2"/>
    <dgm:cxn modelId="{0EED8118-03A3-43AC-AEDE-5F6EAD5B8FEC}" type="presParOf" srcId="{8B15A870-EFB1-4176-98EE-CF5F55D31056}" destId="{64ECD590-D925-4861-A183-D4DA8D4FA71B}" srcOrd="6" destOrd="0" presId="urn:microsoft.com/office/officeart/2005/8/layout/vList2"/>
    <dgm:cxn modelId="{531B9AC6-91C0-4E3C-BC20-E9760E86E7A6}" type="presParOf" srcId="{8B15A870-EFB1-4176-98EE-CF5F55D31056}" destId="{A84A42C6-5EBE-441A-B97C-AEEB21DA5E62}" srcOrd="7" destOrd="0" presId="urn:microsoft.com/office/officeart/2005/8/layout/vList2"/>
    <dgm:cxn modelId="{50B6640A-CD5C-4069-9725-7EC325E24FC5}" type="presParOf" srcId="{8B15A870-EFB1-4176-98EE-CF5F55D31056}" destId="{05E92F9F-CFB3-45F7-BCF2-1DC357522A90}" srcOrd="8" destOrd="0" presId="urn:microsoft.com/office/officeart/2005/8/layout/vList2"/>
    <dgm:cxn modelId="{3390508D-B19D-4032-B2B3-45B794A4CBC9}" type="presParOf" srcId="{8B15A870-EFB1-4176-98EE-CF5F55D31056}" destId="{157613E2-8BD1-4F06-8688-B540DF4F7F4E}" srcOrd="9" destOrd="0" presId="urn:microsoft.com/office/officeart/2005/8/layout/vList2"/>
    <dgm:cxn modelId="{2E42E6CD-768E-4C3A-ADE5-3CFD4B564A07}" type="presParOf" srcId="{8B15A870-EFB1-4176-98EE-CF5F55D31056}" destId="{1E49D665-59C1-4CFC-9070-E5AF19E79C9F}" srcOrd="10" destOrd="0" presId="urn:microsoft.com/office/officeart/2005/8/layout/vList2"/>
    <dgm:cxn modelId="{98A7C619-21D6-4121-B8B1-44AE6C854E3F}" type="presParOf" srcId="{8B15A870-EFB1-4176-98EE-CF5F55D31056}" destId="{1D03C280-EBA4-4D3E-9879-D9AF721AD13A}" srcOrd="11" destOrd="0" presId="urn:microsoft.com/office/officeart/2005/8/layout/vList2"/>
    <dgm:cxn modelId="{5C3EC74E-8A16-4DFF-8EBB-6EC86D12C326}" type="presParOf" srcId="{8B15A870-EFB1-4176-98EE-CF5F55D31056}" destId="{5CEA3442-5A66-4F31-B75B-73419CE7CAB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FD4DFF-DEE9-4183-BBFD-90ABA153E7B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6F52F44-36D7-41C0-B1AD-7F96296E8ED1}">
      <dgm:prSet/>
      <dgm:spPr/>
      <dgm:t>
        <a:bodyPr/>
        <a:lstStyle/>
        <a:p>
          <a:r>
            <a:rPr lang="es-GT" b="1"/>
            <a:t>En el colegio: </a:t>
          </a:r>
          <a:r>
            <a:rPr lang="es-MX"/>
            <a:t>Para </a:t>
          </a:r>
          <a:r>
            <a:rPr lang="es-MX" b="1"/>
            <a:t>clases de Física y Química</a:t>
          </a:r>
          <a:r>
            <a:rPr lang="es-MX"/>
            <a:t>, donde se trabajan diferentes escalas de temperatura. </a:t>
          </a:r>
          <a:r>
            <a:rPr lang="es-GT"/>
            <a:t>Convertir temperaturas de un experimento realizado en grados Celsius a Fahrenheit.</a:t>
          </a:r>
          <a:endParaRPr lang="en-US"/>
        </a:p>
      </dgm:t>
    </dgm:pt>
    <dgm:pt modelId="{A6837AE3-E073-4457-BC1A-04582AF8F3B3}" type="parTrans" cxnId="{C3D3162B-05C9-45A2-A882-72AE9AD30D58}">
      <dgm:prSet/>
      <dgm:spPr/>
      <dgm:t>
        <a:bodyPr/>
        <a:lstStyle/>
        <a:p>
          <a:endParaRPr lang="en-US"/>
        </a:p>
      </dgm:t>
    </dgm:pt>
    <dgm:pt modelId="{81B30193-1884-4F22-8D2A-01EB36AC9BC2}" type="sibTrans" cxnId="{C3D3162B-05C9-45A2-A882-72AE9AD30D58}">
      <dgm:prSet/>
      <dgm:spPr/>
      <dgm:t>
        <a:bodyPr/>
        <a:lstStyle/>
        <a:p>
          <a:endParaRPr lang="en-US"/>
        </a:p>
      </dgm:t>
    </dgm:pt>
    <dgm:pt modelId="{D2306AAC-F19B-4051-B1DD-9E9F7AD67948}">
      <dgm:prSet/>
      <dgm:spPr/>
      <dgm:t>
        <a:bodyPr/>
        <a:lstStyle/>
        <a:p>
          <a:r>
            <a:rPr lang="es-GT" b="1"/>
            <a:t>En casa: </a:t>
          </a:r>
          <a:r>
            <a:rPr lang="es-MX"/>
            <a:t>Útil al </a:t>
          </a:r>
          <a:r>
            <a:rPr lang="es-MX" b="1"/>
            <a:t>cocinar</a:t>
          </a:r>
          <a:r>
            <a:rPr lang="es-MX"/>
            <a:t>, cuando una receta está en una escala distinta. Ayuda a entender mejor el funcionamiento de </a:t>
          </a:r>
          <a:r>
            <a:rPr lang="es-MX" b="1"/>
            <a:t>electrodomésticos</a:t>
          </a:r>
          <a:r>
            <a:rPr lang="es-MX"/>
            <a:t> que muestran temperaturas.</a:t>
          </a:r>
          <a:endParaRPr lang="en-US"/>
        </a:p>
      </dgm:t>
    </dgm:pt>
    <dgm:pt modelId="{07F8EDBA-B678-4573-9C73-8A1C079D853F}" type="parTrans" cxnId="{0933A090-B1A4-4BBA-93C2-911E40FE2F23}">
      <dgm:prSet/>
      <dgm:spPr/>
      <dgm:t>
        <a:bodyPr/>
        <a:lstStyle/>
        <a:p>
          <a:endParaRPr lang="en-US"/>
        </a:p>
      </dgm:t>
    </dgm:pt>
    <dgm:pt modelId="{81DA3F5A-0475-45C1-A5AE-E888A730B4C3}" type="sibTrans" cxnId="{0933A090-B1A4-4BBA-93C2-911E40FE2F23}">
      <dgm:prSet/>
      <dgm:spPr/>
      <dgm:t>
        <a:bodyPr/>
        <a:lstStyle/>
        <a:p>
          <a:endParaRPr lang="en-US"/>
        </a:p>
      </dgm:t>
    </dgm:pt>
    <dgm:pt modelId="{835103D6-E4FB-4CE8-ACED-2208C7CC55FC}">
      <dgm:prSet/>
      <dgm:spPr/>
      <dgm:t>
        <a:bodyPr/>
        <a:lstStyle/>
        <a:p>
          <a:r>
            <a:rPr lang="es-GT" b="1"/>
            <a:t>En empresas:  </a:t>
          </a:r>
          <a:r>
            <a:rPr lang="es-MX"/>
            <a:t>En </a:t>
          </a:r>
          <a:r>
            <a:rPr lang="es-MX" b="1"/>
            <a:t>industrias</a:t>
          </a:r>
          <a:r>
            <a:rPr lang="es-MX"/>
            <a:t> donde se controla la temperatura de máquinas o procesos. </a:t>
          </a:r>
          <a:r>
            <a:rPr lang="es-GT"/>
            <a:t>onvertir temperaturas de procesos industriales para reportes técnicos.</a:t>
          </a:r>
          <a:endParaRPr lang="en-US"/>
        </a:p>
      </dgm:t>
    </dgm:pt>
    <dgm:pt modelId="{C57913BE-7401-4B75-8433-9434051CC3FE}" type="parTrans" cxnId="{94294695-C58F-4AE0-97E6-6E70A2AF4BB8}">
      <dgm:prSet/>
      <dgm:spPr/>
      <dgm:t>
        <a:bodyPr/>
        <a:lstStyle/>
        <a:p>
          <a:endParaRPr lang="en-US"/>
        </a:p>
      </dgm:t>
    </dgm:pt>
    <dgm:pt modelId="{FB2CD2E0-3524-4CEE-AEA9-F072D8EB826E}" type="sibTrans" cxnId="{94294695-C58F-4AE0-97E6-6E70A2AF4BB8}">
      <dgm:prSet/>
      <dgm:spPr/>
      <dgm:t>
        <a:bodyPr/>
        <a:lstStyle/>
        <a:p>
          <a:endParaRPr lang="en-US"/>
        </a:p>
      </dgm:t>
    </dgm:pt>
    <dgm:pt modelId="{5627C1EE-7593-4A3E-87A5-F33F34AB3B62}">
      <dgm:prSet/>
      <dgm:spPr/>
      <dgm:t>
        <a:bodyPr/>
        <a:lstStyle/>
        <a:p>
          <a:r>
            <a:rPr lang="es-MX"/>
            <a:t>Este código es útil en distintos contextos porque facilita la conversión de temperaturas de forma rápida, correcta y confiable.</a:t>
          </a:r>
          <a:endParaRPr lang="en-US"/>
        </a:p>
      </dgm:t>
    </dgm:pt>
    <dgm:pt modelId="{5548D382-0498-453B-9014-E65F0944686F}" type="parTrans" cxnId="{7D5346EB-B16D-4BAC-BB51-C82A11C32575}">
      <dgm:prSet/>
      <dgm:spPr/>
      <dgm:t>
        <a:bodyPr/>
        <a:lstStyle/>
        <a:p>
          <a:endParaRPr lang="en-US"/>
        </a:p>
      </dgm:t>
    </dgm:pt>
    <dgm:pt modelId="{F30C719F-402B-4444-9DD1-41B2E9390B40}" type="sibTrans" cxnId="{7D5346EB-B16D-4BAC-BB51-C82A11C32575}">
      <dgm:prSet/>
      <dgm:spPr/>
      <dgm:t>
        <a:bodyPr/>
        <a:lstStyle/>
        <a:p>
          <a:endParaRPr lang="en-US"/>
        </a:p>
      </dgm:t>
    </dgm:pt>
    <dgm:pt modelId="{84D868C6-F81E-4680-B0DF-C811FB5235AF}" type="pres">
      <dgm:prSet presAssocID="{DEFD4DFF-DEE9-4183-BBFD-90ABA153E7B1}" presName="root" presStyleCnt="0">
        <dgm:presLayoutVars>
          <dgm:dir/>
          <dgm:resizeHandles val="exact"/>
        </dgm:presLayoutVars>
      </dgm:prSet>
      <dgm:spPr/>
    </dgm:pt>
    <dgm:pt modelId="{FE77F7B7-DA19-4355-8BC7-B82E3EC5A2A9}" type="pres">
      <dgm:prSet presAssocID="{DEFD4DFF-DEE9-4183-BBFD-90ABA153E7B1}" presName="container" presStyleCnt="0">
        <dgm:presLayoutVars>
          <dgm:dir/>
          <dgm:resizeHandles val="exact"/>
        </dgm:presLayoutVars>
      </dgm:prSet>
      <dgm:spPr/>
    </dgm:pt>
    <dgm:pt modelId="{EEF47F11-6640-4520-B19C-DC82E4402EE5}" type="pres">
      <dgm:prSet presAssocID="{A6F52F44-36D7-41C0-B1AD-7F96296E8ED1}" presName="compNode" presStyleCnt="0"/>
      <dgm:spPr/>
    </dgm:pt>
    <dgm:pt modelId="{00580D00-A5CB-4291-8529-3ADCED386629}" type="pres">
      <dgm:prSet presAssocID="{A6F52F44-36D7-41C0-B1AD-7F96296E8ED1}" presName="iconBgRect" presStyleLbl="bgShp" presStyleIdx="0" presStyleCnt="4"/>
      <dgm:spPr/>
    </dgm:pt>
    <dgm:pt modelId="{2056C615-5421-469B-A138-3D94838DA67F}" type="pres">
      <dgm:prSet presAssocID="{A6F52F44-36D7-41C0-B1AD-7F96296E8ED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9EE85D6C-DCF7-4F40-A0AF-F4B96F5DBC18}" type="pres">
      <dgm:prSet presAssocID="{A6F52F44-36D7-41C0-B1AD-7F96296E8ED1}" presName="spaceRect" presStyleCnt="0"/>
      <dgm:spPr/>
    </dgm:pt>
    <dgm:pt modelId="{3FBF6FBA-66B9-47E0-A8DF-25F1D084AF55}" type="pres">
      <dgm:prSet presAssocID="{A6F52F44-36D7-41C0-B1AD-7F96296E8ED1}" presName="textRect" presStyleLbl="revTx" presStyleIdx="0" presStyleCnt="4">
        <dgm:presLayoutVars>
          <dgm:chMax val="1"/>
          <dgm:chPref val="1"/>
        </dgm:presLayoutVars>
      </dgm:prSet>
      <dgm:spPr/>
    </dgm:pt>
    <dgm:pt modelId="{7D3930A0-0E55-4D56-BBBC-F078ADB312C8}" type="pres">
      <dgm:prSet presAssocID="{81B30193-1884-4F22-8D2A-01EB36AC9BC2}" presName="sibTrans" presStyleLbl="sibTrans2D1" presStyleIdx="0" presStyleCnt="0"/>
      <dgm:spPr/>
    </dgm:pt>
    <dgm:pt modelId="{02C903AD-FAA3-40D1-8006-B02318202BE5}" type="pres">
      <dgm:prSet presAssocID="{D2306AAC-F19B-4051-B1DD-9E9F7AD67948}" presName="compNode" presStyleCnt="0"/>
      <dgm:spPr/>
    </dgm:pt>
    <dgm:pt modelId="{62E78155-BACD-4BA2-AC32-17FB32CE6005}" type="pres">
      <dgm:prSet presAssocID="{D2306AAC-F19B-4051-B1DD-9E9F7AD67948}" presName="iconBgRect" presStyleLbl="bgShp" presStyleIdx="1" presStyleCnt="4"/>
      <dgm:spPr/>
    </dgm:pt>
    <dgm:pt modelId="{EE7290BF-D623-4F0B-8F3E-08EBA42AE9A5}" type="pres">
      <dgm:prSet presAssocID="{D2306AAC-F19B-4051-B1DD-9E9F7AD6794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inero"/>
        </a:ext>
      </dgm:extLst>
    </dgm:pt>
    <dgm:pt modelId="{744861B0-3E75-409F-83AF-2E417889E8BC}" type="pres">
      <dgm:prSet presAssocID="{D2306AAC-F19B-4051-B1DD-9E9F7AD67948}" presName="spaceRect" presStyleCnt="0"/>
      <dgm:spPr/>
    </dgm:pt>
    <dgm:pt modelId="{C1DCCB31-B119-498B-A631-A300AA6CB3F5}" type="pres">
      <dgm:prSet presAssocID="{D2306AAC-F19B-4051-B1DD-9E9F7AD67948}" presName="textRect" presStyleLbl="revTx" presStyleIdx="1" presStyleCnt="4">
        <dgm:presLayoutVars>
          <dgm:chMax val="1"/>
          <dgm:chPref val="1"/>
        </dgm:presLayoutVars>
      </dgm:prSet>
      <dgm:spPr/>
    </dgm:pt>
    <dgm:pt modelId="{5D0F79E6-729D-4622-8AE0-EB666220C5E8}" type="pres">
      <dgm:prSet presAssocID="{81DA3F5A-0475-45C1-A5AE-E888A730B4C3}" presName="sibTrans" presStyleLbl="sibTrans2D1" presStyleIdx="0" presStyleCnt="0"/>
      <dgm:spPr/>
    </dgm:pt>
    <dgm:pt modelId="{4AE49F9E-FD2D-4469-870F-D8AA4DFA54D7}" type="pres">
      <dgm:prSet presAssocID="{835103D6-E4FB-4CE8-ACED-2208C7CC55FC}" presName="compNode" presStyleCnt="0"/>
      <dgm:spPr/>
    </dgm:pt>
    <dgm:pt modelId="{129975D3-03DF-4CF0-87FD-8B5AF5878A02}" type="pres">
      <dgm:prSet presAssocID="{835103D6-E4FB-4CE8-ACED-2208C7CC55FC}" presName="iconBgRect" presStyleLbl="bgShp" presStyleIdx="2" presStyleCnt="4"/>
      <dgm:spPr/>
    </dgm:pt>
    <dgm:pt modelId="{EC322A8D-2EBF-4306-B050-6862DB48B739}" type="pres">
      <dgm:prSet presAssocID="{835103D6-E4FB-4CE8-ACED-2208C7CC55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B8C1FDFE-9D44-41C3-9263-7CC8C2F1D0B7}" type="pres">
      <dgm:prSet presAssocID="{835103D6-E4FB-4CE8-ACED-2208C7CC55FC}" presName="spaceRect" presStyleCnt="0"/>
      <dgm:spPr/>
    </dgm:pt>
    <dgm:pt modelId="{5E68B262-509D-4F2B-8625-CF16347894B6}" type="pres">
      <dgm:prSet presAssocID="{835103D6-E4FB-4CE8-ACED-2208C7CC55FC}" presName="textRect" presStyleLbl="revTx" presStyleIdx="2" presStyleCnt="4">
        <dgm:presLayoutVars>
          <dgm:chMax val="1"/>
          <dgm:chPref val="1"/>
        </dgm:presLayoutVars>
      </dgm:prSet>
      <dgm:spPr/>
    </dgm:pt>
    <dgm:pt modelId="{AFC5F0F6-4FD7-4CB6-BBCF-E51988221FB8}" type="pres">
      <dgm:prSet presAssocID="{FB2CD2E0-3524-4CEE-AEA9-F072D8EB826E}" presName="sibTrans" presStyleLbl="sibTrans2D1" presStyleIdx="0" presStyleCnt="0"/>
      <dgm:spPr/>
    </dgm:pt>
    <dgm:pt modelId="{0ED7A7A7-3235-43FF-94EB-A090648EC94D}" type="pres">
      <dgm:prSet presAssocID="{5627C1EE-7593-4A3E-87A5-F33F34AB3B62}" presName="compNode" presStyleCnt="0"/>
      <dgm:spPr/>
    </dgm:pt>
    <dgm:pt modelId="{32548688-6D8A-4A84-AF9A-59D7D666F677}" type="pres">
      <dgm:prSet presAssocID="{5627C1EE-7593-4A3E-87A5-F33F34AB3B62}" presName="iconBgRect" presStyleLbl="bgShp" presStyleIdx="3" presStyleCnt="4"/>
      <dgm:spPr/>
    </dgm:pt>
    <dgm:pt modelId="{C74D71B0-9AF2-4A55-9C4F-ACAC313B8DAD}" type="pres">
      <dgm:prSet presAssocID="{5627C1EE-7593-4A3E-87A5-F33F34AB3B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A3062692-B8E1-43D0-8908-535E7AC9DF4A}" type="pres">
      <dgm:prSet presAssocID="{5627C1EE-7593-4A3E-87A5-F33F34AB3B62}" presName="spaceRect" presStyleCnt="0"/>
      <dgm:spPr/>
    </dgm:pt>
    <dgm:pt modelId="{2D1D5BCD-1B39-4BFF-A86D-A7971355F118}" type="pres">
      <dgm:prSet presAssocID="{5627C1EE-7593-4A3E-87A5-F33F34AB3B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20D91E-07CE-4BFB-92ED-AEB877D9B8B1}" type="presOf" srcId="{D2306AAC-F19B-4051-B1DD-9E9F7AD67948}" destId="{C1DCCB31-B119-498B-A631-A300AA6CB3F5}" srcOrd="0" destOrd="0" presId="urn:microsoft.com/office/officeart/2018/2/layout/IconCircleList"/>
    <dgm:cxn modelId="{C3D3162B-05C9-45A2-A882-72AE9AD30D58}" srcId="{DEFD4DFF-DEE9-4183-BBFD-90ABA153E7B1}" destId="{A6F52F44-36D7-41C0-B1AD-7F96296E8ED1}" srcOrd="0" destOrd="0" parTransId="{A6837AE3-E073-4457-BC1A-04582AF8F3B3}" sibTransId="{81B30193-1884-4F22-8D2A-01EB36AC9BC2}"/>
    <dgm:cxn modelId="{50844540-642F-43A5-98C8-0C1FF3FE5A86}" type="presOf" srcId="{81DA3F5A-0475-45C1-A5AE-E888A730B4C3}" destId="{5D0F79E6-729D-4622-8AE0-EB666220C5E8}" srcOrd="0" destOrd="0" presId="urn:microsoft.com/office/officeart/2018/2/layout/IconCircleList"/>
    <dgm:cxn modelId="{0933A090-B1A4-4BBA-93C2-911E40FE2F23}" srcId="{DEFD4DFF-DEE9-4183-BBFD-90ABA153E7B1}" destId="{D2306AAC-F19B-4051-B1DD-9E9F7AD67948}" srcOrd="1" destOrd="0" parTransId="{07F8EDBA-B678-4573-9C73-8A1C079D853F}" sibTransId="{81DA3F5A-0475-45C1-A5AE-E888A730B4C3}"/>
    <dgm:cxn modelId="{94294695-C58F-4AE0-97E6-6E70A2AF4BB8}" srcId="{DEFD4DFF-DEE9-4183-BBFD-90ABA153E7B1}" destId="{835103D6-E4FB-4CE8-ACED-2208C7CC55FC}" srcOrd="2" destOrd="0" parTransId="{C57913BE-7401-4B75-8433-9434051CC3FE}" sibTransId="{FB2CD2E0-3524-4CEE-AEA9-F072D8EB826E}"/>
    <dgm:cxn modelId="{1C11C1A0-8AA0-45A3-8BF7-5D1B489757B8}" type="presOf" srcId="{81B30193-1884-4F22-8D2A-01EB36AC9BC2}" destId="{7D3930A0-0E55-4D56-BBBC-F078ADB312C8}" srcOrd="0" destOrd="0" presId="urn:microsoft.com/office/officeart/2018/2/layout/IconCircleList"/>
    <dgm:cxn modelId="{F62160A4-CD16-45F1-983B-96EE443A8D4C}" type="presOf" srcId="{DEFD4DFF-DEE9-4183-BBFD-90ABA153E7B1}" destId="{84D868C6-F81E-4680-B0DF-C811FB5235AF}" srcOrd="0" destOrd="0" presId="urn:microsoft.com/office/officeart/2018/2/layout/IconCircleList"/>
    <dgm:cxn modelId="{1AF73EB2-D140-4450-AE92-83A56A8D2CF8}" type="presOf" srcId="{FB2CD2E0-3524-4CEE-AEA9-F072D8EB826E}" destId="{AFC5F0F6-4FD7-4CB6-BBCF-E51988221FB8}" srcOrd="0" destOrd="0" presId="urn:microsoft.com/office/officeart/2018/2/layout/IconCircleList"/>
    <dgm:cxn modelId="{E255EAD3-F875-4476-8FD0-743634DA04BE}" type="presOf" srcId="{5627C1EE-7593-4A3E-87A5-F33F34AB3B62}" destId="{2D1D5BCD-1B39-4BFF-A86D-A7971355F118}" srcOrd="0" destOrd="0" presId="urn:microsoft.com/office/officeart/2018/2/layout/IconCircleList"/>
    <dgm:cxn modelId="{7D5346EB-B16D-4BAC-BB51-C82A11C32575}" srcId="{DEFD4DFF-DEE9-4183-BBFD-90ABA153E7B1}" destId="{5627C1EE-7593-4A3E-87A5-F33F34AB3B62}" srcOrd="3" destOrd="0" parTransId="{5548D382-0498-453B-9014-E65F0944686F}" sibTransId="{F30C719F-402B-4444-9DD1-41B2E9390B40}"/>
    <dgm:cxn modelId="{6C75AFEC-9604-4977-A1BC-60D56C1AAE57}" type="presOf" srcId="{A6F52F44-36D7-41C0-B1AD-7F96296E8ED1}" destId="{3FBF6FBA-66B9-47E0-A8DF-25F1D084AF55}" srcOrd="0" destOrd="0" presId="urn:microsoft.com/office/officeart/2018/2/layout/IconCircleList"/>
    <dgm:cxn modelId="{42AB15F4-B031-4D5B-ACC9-82A17E23EB03}" type="presOf" srcId="{835103D6-E4FB-4CE8-ACED-2208C7CC55FC}" destId="{5E68B262-509D-4F2B-8625-CF16347894B6}" srcOrd="0" destOrd="0" presId="urn:microsoft.com/office/officeart/2018/2/layout/IconCircleList"/>
    <dgm:cxn modelId="{B44C1F02-E021-4ED7-A375-1E673C28635F}" type="presParOf" srcId="{84D868C6-F81E-4680-B0DF-C811FB5235AF}" destId="{FE77F7B7-DA19-4355-8BC7-B82E3EC5A2A9}" srcOrd="0" destOrd="0" presId="urn:microsoft.com/office/officeart/2018/2/layout/IconCircleList"/>
    <dgm:cxn modelId="{C7A201D3-212B-493D-BA89-5F967E702FD2}" type="presParOf" srcId="{FE77F7B7-DA19-4355-8BC7-B82E3EC5A2A9}" destId="{EEF47F11-6640-4520-B19C-DC82E4402EE5}" srcOrd="0" destOrd="0" presId="urn:microsoft.com/office/officeart/2018/2/layout/IconCircleList"/>
    <dgm:cxn modelId="{6CA41A3A-64A2-4A41-A661-80383DD2724E}" type="presParOf" srcId="{EEF47F11-6640-4520-B19C-DC82E4402EE5}" destId="{00580D00-A5CB-4291-8529-3ADCED386629}" srcOrd="0" destOrd="0" presId="urn:microsoft.com/office/officeart/2018/2/layout/IconCircleList"/>
    <dgm:cxn modelId="{A9EE901C-8F5F-43F0-83B3-2519E9015F53}" type="presParOf" srcId="{EEF47F11-6640-4520-B19C-DC82E4402EE5}" destId="{2056C615-5421-469B-A138-3D94838DA67F}" srcOrd="1" destOrd="0" presId="urn:microsoft.com/office/officeart/2018/2/layout/IconCircleList"/>
    <dgm:cxn modelId="{3E829E8B-537C-4532-95CE-EE61834D62F7}" type="presParOf" srcId="{EEF47F11-6640-4520-B19C-DC82E4402EE5}" destId="{9EE85D6C-DCF7-4F40-A0AF-F4B96F5DBC18}" srcOrd="2" destOrd="0" presId="urn:microsoft.com/office/officeart/2018/2/layout/IconCircleList"/>
    <dgm:cxn modelId="{0CFAAB29-C3D1-450D-AA2F-3E42AB0634BE}" type="presParOf" srcId="{EEF47F11-6640-4520-B19C-DC82E4402EE5}" destId="{3FBF6FBA-66B9-47E0-A8DF-25F1D084AF55}" srcOrd="3" destOrd="0" presId="urn:microsoft.com/office/officeart/2018/2/layout/IconCircleList"/>
    <dgm:cxn modelId="{DD5911C4-8118-440C-9D42-1E6837E6E448}" type="presParOf" srcId="{FE77F7B7-DA19-4355-8BC7-B82E3EC5A2A9}" destId="{7D3930A0-0E55-4D56-BBBC-F078ADB312C8}" srcOrd="1" destOrd="0" presId="urn:microsoft.com/office/officeart/2018/2/layout/IconCircleList"/>
    <dgm:cxn modelId="{2020179B-C0B2-4D3F-A918-9D4F22C6E8B5}" type="presParOf" srcId="{FE77F7B7-DA19-4355-8BC7-B82E3EC5A2A9}" destId="{02C903AD-FAA3-40D1-8006-B02318202BE5}" srcOrd="2" destOrd="0" presId="urn:microsoft.com/office/officeart/2018/2/layout/IconCircleList"/>
    <dgm:cxn modelId="{B37B2781-5991-4245-98BB-71EA9A9F8668}" type="presParOf" srcId="{02C903AD-FAA3-40D1-8006-B02318202BE5}" destId="{62E78155-BACD-4BA2-AC32-17FB32CE6005}" srcOrd="0" destOrd="0" presId="urn:microsoft.com/office/officeart/2018/2/layout/IconCircleList"/>
    <dgm:cxn modelId="{AD461514-07B1-4B17-9BCA-26504835203D}" type="presParOf" srcId="{02C903AD-FAA3-40D1-8006-B02318202BE5}" destId="{EE7290BF-D623-4F0B-8F3E-08EBA42AE9A5}" srcOrd="1" destOrd="0" presId="urn:microsoft.com/office/officeart/2018/2/layout/IconCircleList"/>
    <dgm:cxn modelId="{7E2A4A8F-56FC-4DAC-B956-6113B3419151}" type="presParOf" srcId="{02C903AD-FAA3-40D1-8006-B02318202BE5}" destId="{744861B0-3E75-409F-83AF-2E417889E8BC}" srcOrd="2" destOrd="0" presId="urn:microsoft.com/office/officeart/2018/2/layout/IconCircleList"/>
    <dgm:cxn modelId="{F1831179-6055-49E4-BA47-A75CC0E1D2E6}" type="presParOf" srcId="{02C903AD-FAA3-40D1-8006-B02318202BE5}" destId="{C1DCCB31-B119-498B-A631-A300AA6CB3F5}" srcOrd="3" destOrd="0" presId="urn:microsoft.com/office/officeart/2018/2/layout/IconCircleList"/>
    <dgm:cxn modelId="{7FE8CCCA-F412-4691-9538-BCD9F5D12D61}" type="presParOf" srcId="{FE77F7B7-DA19-4355-8BC7-B82E3EC5A2A9}" destId="{5D0F79E6-729D-4622-8AE0-EB666220C5E8}" srcOrd="3" destOrd="0" presId="urn:microsoft.com/office/officeart/2018/2/layout/IconCircleList"/>
    <dgm:cxn modelId="{B4092D64-6791-4454-AE40-0D78743C015C}" type="presParOf" srcId="{FE77F7B7-DA19-4355-8BC7-B82E3EC5A2A9}" destId="{4AE49F9E-FD2D-4469-870F-D8AA4DFA54D7}" srcOrd="4" destOrd="0" presId="urn:microsoft.com/office/officeart/2018/2/layout/IconCircleList"/>
    <dgm:cxn modelId="{99FF1569-7319-4176-85DD-7FEDF51F2196}" type="presParOf" srcId="{4AE49F9E-FD2D-4469-870F-D8AA4DFA54D7}" destId="{129975D3-03DF-4CF0-87FD-8B5AF5878A02}" srcOrd="0" destOrd="0" presId="urn:microsoft.com/office/officeart/2018/2/layout/IconCircleList"/>
    <dgm:cxn modelId="{9B9C444B-21DB-4748-8790-ED89E0435B02}" type="presParOf" srcId="{4AE49F9E-FD2D-4469-870F-D8AA4DFA54D7}" destId="{EC322A8D-2EBF-4306-B050-6862DB48B739}" srcOrd="1" destOrd="0" presId="urn:microsoft.com/office/officeart/2018/2/layout/IconCircleList"/>
    <dgm:cxn modelId="{29E1F640-0A39-45AC-83B6-85D06BEB4B8B}" type="presParOf" srcId="{4AE49F9E-FD2D-4469-870F-D8AA4DFA54D7}" destId="{B8C1FDFE-9D44-41C3-9263-7CC8C2F1D0B7}" srcOrd="2" destOrd="0" presId="urn:microsoft.com/office/officeart/2018/2/layout/IconCircleList"/>
    <dgm:cxn modelId="{6A2CA039-E629-4B9C-A596-0F67375EADF7}" type="presParOf" srcId="{4AE49F9E-FD2D-4469-870F-D8AA4DFA54D7}" destId="{5E68B262-509D-4F2B-8625-CF16347894B6}" srcOrd="3" destOrd="0" presId="urn:microsoft.com/office/officeart/2018/2/layout/IconCircleList"/>
    <dgm:cxn modelId="{5C26D27E-A79D-4E58-9BC3-B1507CBDBE26}" type="presParOf" srcId="{FE77F7B7-DA19-4355-8BC7-B82E3EC5A2A9}" destId="{AFC5F0F6-4FD7-4CB6-BBCF-E51988221FB8}" srcOrd="5" destOrd="0" presId="urn:microsoft.com/office/officeart/2018/2/layout/IconCircleList"/>
    <dgm:cxn modelId="{472A93A0-6EAF-409A-A0D8-8F14A9620784}" type="presParOf" srcId="{FE77F7B7-DA19-4355-8BC7-B82E3EC5A2A9}" destId="{0ED7A7A7-3235-43FF-94EB-A090648EC94D}" srcOrd="6" destOrd="0" presId="urn:microsoft.com/office/officeart/2018/2/layout/IconCircleList"/>
    <dgm:cxn modelId="{49BE3ACA-7962-43FB-9C5E-22F78F39751C}" type="presParOf" srcId="{0ED7A7A7-3235-43FF-94EB-A090648EC94D}" destId="{32548688-6D8A-4A84-AF9A-59D7D666F677}" srcOrd="0" destOrd="0" presId="urn:microsoft.com/office/officeart/2018/2/layout/IconCircleList"/>
    <dgm:cxn modelId="{75D1121C-6156-47DC-BDDF-1E83CE4F9BD6}" type="presParOf" srcId="{0ED7A7A7-3235-43FF-94EB-A090648EC94D}" destId="{C74D71B0-9AF2-4A55-9C4F-ACAC313B8DAD}" srcOrd="1" destOrd="0" presId="urn:microsoft.com/office/officeart/2018/2/layout/IconCircleList"/>
    <dgm:cxn modelId="{6A90424F-4C3B-479D-9AC0-865C0FD56ACA}" type="presParOf" srcId="{0ED7A7A7-3235-43FF-94EB-A090648EC94D}" destId="{A3062692-B8E1-43D0-8908-535E7AC9DF4A}" srcOrd="2" destOrd="0" presId="urn:microsoft.com/office/officeart/2018/2/layout/IconCircleList"/>
    <dgm:cxn modelId="{D06A3EB7-AAF7-43BF-973A-C4E53B3D129A}" type="presParOf" srcId="{0ED7A7A7-3235-43FF-94EB-A090648EC94D}" destId="{2D1D5BCD-1B39-4BFF-A86D-A7971355F1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9A7BB-84CB-4E85-BA84-9B0637A8737E}">
      <dsp:nvSpPr>
        <dsp:cNvPr id="0" name=""/>
        <dsp:cNvSpPr/>
      </dsp:nvSpPr>
      <dsp:spPr>
        <a:xfrm>
          <a:off x="400653" y="939685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CB4A4-FEA0-4A09-90D5-E7DAD8E92CC9}">
      <dsp:nvSpPr>
        <dsp:cNvPr id="0" name=""/>
        <dsp:cNvSpPr/>
      </dsp:nvSpPr>
      <dsp:spPr>
        <a:xfrm>
          <a:off x="596915" y="1135948"/>
          <a:ext cx="542058" cy="5420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280D6-FFB8-424E-B8C0-13049B377F9E}">
      <dsp:nvSpPr>
        <dsp:cNvPr id="0" name=""/>
        <dsp:cNvSpPr/>
      </dsp:nvSpPr>
      <dsp:spPr>
        <a:xfrm>
          <a:off x="1535505" y="939685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Funciona en cualquier computadora que tenga </a:t>
          </a:r>
          <a:r>
            <a:rPr lang="es-MX" sz="1500" b="1" kern="1200"/>
            <a:t>Java instalado</a:t>
          </a:r>
          <a:r>
            <a:rPr lang="es-MX" sz="1500" kern="1200"/>
            <a:t>.</a:t>
          </a:r>
          <a:endParaRPr lang="en-US" sz="1500" kern="1200"/>
        </a:p>
      </dsp:txBody>
      <dsp:txXfrm>
        <a:off x="1535505" y="939685"/>
        <a:ext cx="2202948" cy="934584"/>
      </dsp:txXfrm>
    </dsp:sp>
    <dsp:sp modelId="{89D35BEE-0185-45FD-82ED-F09440DB05AC}">
      <dsp:nvSpPr>
        <dsp:cNvPr id="0" name=""/>
        <dsp:cNvSpPr/>
      </dsp:nvSpPr>
      <dsp:spPr>
        <a:xfrm>
          <a:off x="4122300" y="939685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13C7A-9F27-42E5-82B4-830E0D43124B}">
      <dsp:nvSpPr>
        <dsp:cNvPr id="0" name=""/>
        <dsp:cNvSpPr/>
      </dsp:nvSpPr>
      <dsp:spPr>
        <a:xfrm>
          <a:off x="4318562" y="1135948"/>
          <a:ext cx="542058" cy="5420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21295-16F3-44E6-AF30-A802F51FB716}">
      <dsp:nvSpPr>
        <dsp:cNvPr id="0" name=""/>
        <dsp:cNvSpPr/>
      </dsp:nvSpPr>
      <dsp:spPr>
        <a:xfrm>
          <a:off x="5257152" y="939685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Puede ejecutarse sin problemas en </a:t>
          </a:r>
          <a:r>
            <a:rPr lang="es-MX" sz="1500" b="1" kern="1200"/>
            <a:t>JGRASP, NetBeans o Visual Studio Code</a:t>
          </a:r>
          <a:r>
            <a:rPr lang="es-MX" sz="1500" kern="1200"/>
            <a:t>.</a:t>
          </a:r>
          <a:endParaRPr lang="en-US" sz="1500" kern="1200"/>
        </a:p>
      </dsp:txBody>
      <dsp:txXfrm>
        <a:off x="5257152" y="939685"/>
        <a:ext cx="2202948" cy="934584"/>
      </dsp:txXfrm>
    </dsp:sp>
    <dsp:sp modelId="{62B138F0-EFF4-403C-A0D0-0694D21A0E80}">
      <dsp:nvSpPr>
        <dsp:cNvPr id="0" name=""/>
        <dsp:cNvSpPr/>
      </dsp:nvSpPr>
      <dsp:spPr>
        <a:xfrm>
          <a:off x="7843947" y="939685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1A75-1131-4180-B89A-C527A1E83034}">
      <dsp:nvSpPr>
        <dsp:cNvPr id="0" name=""/>
        <dsp:cNvSpPr/>
      </dsp:nvSpPr>
      <dsp:spPr>
        <a:xfrm>
          <a:off x="8040209" y="1135948"/>
          <a:ext cx="542058" cy="5420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059B5-963B-4905-A31B-AAC941D1B488}">
      <dsp:nvSpPr>
        <dsp:cNvPr id="0" name=""/>
        <dsp:cNvSpPr/>
      </dsp:nvSpPr>
      <dsp:spPr>
        <a:xfrm>
          <a:off x="8978799" y="939685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Es compatible con </a:t>
          </a:r>
          <a:r>
            <a:rPr lang="es-MX" sz="1500" b="1" kern="1200" dirty="0"/>
            <a:t>Windows, Linux y macOS</a:t>
          </a:r>
          <a:r>
            <a:rPr lang="es-MX" sz="1500" kern="1200" dirty="0"/>
            <a:t>.</a:t>
          </a:r>
          <a:endParaRPr lang="en-US" sz="1500" kern="1200" dirty="0"/>
        </a:p>
      </dsp:txBody>
      <dsp:txXfrm>
        <a:off x="8978799" y="939685"/>
        <a:ext cx="2202948" cy="934584"/>
      </dsp:txXfrm>
    </dsp:sp>
    <dsp:sp modelId="{4DFC1722-41FE-4817-BD8B-38F1D67765F2}">
      <dsp:nvSpPr>
        <dsp:cNvPr id="0" name=""/>
        <dsp:cNvSpPr/>
      </dsp:nvSpPr>
      <dsp:spPr>
        <a:xfrm>
          <a:off x="400653" y="2642042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DED08-15BC-4F79-98DC-EC9B8A99018E}">
      <dsp:nvSpPr>
        <dsp:cNvPr id="0" name=""/>
        <dsp:cNvSpPr/>
      </dsp:nvSpPr>
      <dsp:spPr>
        <a:xfrm>
          <a:off x="596915" y="2838305"/>
          <a:ext cx="542058" cy="5420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5EE2D-665B-4074-A19B-4A68C6C0B9A5}">
      <dsp:nvSpPr>
        <dsp:cNvPr id="0" name=""/>
        <dsp:cNvSpPr/>
      </dsp:nvSpPr>
      <dsp:spPr>
        <a:xfrm>
          <a:off x="1535505" y="2642042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Respuesta inmediata al ingresar los datos.</a:t>
          </a:r>
          <a:endParaRPr lang="en-US" sz="1500" kern="1200"/>
        </a:p>
      </dsp:txBody>
      <dsp:txXfrm>
        <a:off x="1535505" y="2642042"/>
        <a:ext cx="2202948" cy="934584"/>
      </dsp:txXfrm>
    </dsp:sp>
    <dsp:sp modelId="{24141189-5672-4494-8502-86198826A765}">
      <dsp:nvSpPr>
        <dsp:cNvPr id="0" name=""/>
        <dsp:cNvSpPr/>
      </dsp:nvSpPr>
      <dsp:spPr>
        <a:xfrm>
          <a:off x="4122300" y="2642042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A3297-D354-47BB-B158-2EF26B89488D}">
      <dsp:nvSpPr>
        <dsp:cNvPr id="0" name=""/>
        <dsp:cNvSpPr/>
      </dsp:nvSpPr>
      <dsp:spPr>
        <a:xfrm>
          <a:off x="4318562" y="2838305"/>
          <a:ext cx="542058" cy="5420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60C2D-B3B1-4B64-BBCF-E8F53A889654}">
      <dsp:nvSpPr>
        <dsp:cNvPr id="0" name=""/>
        <dsp:cNvSpPr/>
      </dsp:nvSpPr>
      <dsp:spPr>
        <a:xfrm>
          <a:off x="5257152" y="2642042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Resultados precisos gracias al uso de números decimales (double).</a:t>
          </a:r>
          <a:endParaRPr lang="en-US" sz="1500" kern="1200"/>
        </a:p>
      </dsp:txBody>
      <dsp:txXfrm>
        <a:off x="5257152" y="2642042"/>
        <a:ext cx="2202948" cy="934584"/>
      </dsp:txXfrm>
    </dsp:sp>
    <dsp:sp modelId="{27CF9EA7-ECEA-4490-A39F-1A256E4CCCE0}">
      <dsp:nvSpPr>
        <dsp:cNvPr id="0" name=""/>
        <dsp:cNvSpPr/>
      </dsp:nvSpPr>
      <dsp:spPr>
        <a:xfrm>
          <a:off x="7843947" y="2642042"/>
          <a:ext cx="934584" cy="93458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7AE35-4500-4B70-B495-F47787FA14FB}">
      <dsp:nvSpPr>
        <dsp:cNvPr id="0" name=""/>
        <dsp:cNvSpPr/>
      </dsp:nvSpPr>
      <dsp:spPr>
        <a:xfrm>
          <a:off x="8040209" y="2838305"/>
          <a:ext cx="542058" cy="54205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E9B99-29D9-486F-944B-DE5E59E331EF}">
      <dsp:nvSpPr>
        <dsp:cNvPr id="0" name=""/>
        <dsp:cNvSpPr/>
      </dsp:nvSpPr>
      <dsp:spPr>
        <a:xfrm>
          <a:off x="8978799" y="2642042"/>
          <a:ext cx="2202948" cy="934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No requiere conexión a internet.</a:t>
          </a:r>
          <a:endParaRPr lang="en-US" sz="1500" kern="1200"/>
        </a:p>
      </dsp:txBody>
      <dsp:txXfrm>
        <a:off x="8978799" y="2642042"/>
        <a:ext cx="2202948" cy="9345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A4067-865B-4F43-9E35-6655A3EFEF28}">
      <dsp:nvSpPr>
        <dsp:cNvPr id="0" name=""/>
        <dsp:cNvSpPr/>
      </dsp:nvSpPr>
      <dsp:spPr>
        <a:xfrm>
          <a:off x="0" y="13872"/>
          <a:ext cx="6090162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Si el usuario ingresa </a:t>
          </a:r>
          <a:r>
            <a:rPr lang="es-MX" sz="1700" b="1" kern="1200"/>
            <a:t>letras en lugar de números</a:t>
          </a:r>
          <a:r>
            <a:rPr lang="es-MX" sz="1700" kern="1200"/>
            <a:t>, el programa genera un error.</a:t>
          </a:r>
          <a:endParaRPr lang="en-US" sz="1700" kern="1200"/>
        </a:p>
      </dsp:txBody>
      <dsp:txXfrm>
        <a:off x="33012" y="46884"/>
        <a:ext cx="6024138" cy="610236"/>
      </dsp:txXfrm>
    </dsp:sp>
    <dsp:sp modelId="{4D97CBA7-9BD3-4058-B0A0-F58740F43E05}">
      <dsp:nvSpPr>
        <dsp:cNvPr id="0" name=""/>
        <dsp:cNvSpPr/>
      </dsp:nvSpPr>
      <dsp:spPr>
        <a:xfrm>
          <a:off x="0" y="739092"/>
          <a:ext cx="6090162" cy="676260"/>
        </a:xfrm>
        <a:prstGeom prst="roundRect">
          <a:avLst/>
        </a:prstGeom>
        <a:solidFill>
          <a:schemeClr val="accent2">
            <a:hueOff val="-494315"/>
            <a:satOff val="1943"/>
            <a:lumOff val="-5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Si se elige una opción diferente a 1 o 2, el programa no realiza la conversión.</a:t>
          </a:r>
          <a:endParaRPr lang="en-US" sz="1700" kern="1200"/>
        </a:p>
      </dsp:txBody>
      <dsp:txXfrm>
        <a:off x="33012" y="772104"/>
        <a:ext cx="6024138" cy="610236"/>
      </dsp:txXfrm>
    </dsp:sp>
    <dsp:sp modelId="{F7CBE750-2BE7-48EF-A18C-9AD27E774F7E}">
      <dsp:nvSpPr>
        <dsp:cNvPr id="0" name=""/>
        <dsp:cNvSpPr/>
      </dsp:nvSpPr>
      <dsp:spPr>
        <a:xfrm>
          <a:off x="0" y="1464312"/>
          <a:ext cx="6090162" cy="676260"/>
        </a:xfrm>
        <a:prstGeom prst="roundRect">
          <a:avLst/>
        </a:prstGeom>
        <a:solidFill>
          <a:schemeClr val="accent2">
            <a:hueOff val="-988630"/>
            <a:satOff val="3886"/>
            <a:lumOff val="-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Si Java no está instalado correctamente, el programa no se ejecuta.</a:t>
          </a:r>
          <a:endParaRPr lang="en-US" sz="1700" kern="1200"/>
        </a:p>
      </dsp:txBody>
      <dsp:txXfrm>
        <a:off x="33012" y="1497324"/>
        <a:ext cx="6024138" cy="610236"/>
      </dsp:txXfrm>
    </dsp:sp>
    <dsp:sp modelId="{64ECD590-D925-4861-A183-D4DA8D4FA71B}">
      <dsp:nvSpPr>
        <dsp:cNvPr id="0" name=""/>
        <dsp:cNvSpPr/>
      </dsp:nvSpPr>
      <dsp:spPr>
        <a:xfrm>
          <a:off x="0" y="2189533"/>
          <a:ext cx="6090162" cy="676260"/>
        </a:xfrm>
        <a:prstGeom prst="roundRect">
          <a:avLst/>
        </a:prstGeom>
        <a:solidFill>
          <a:schemeClr val="accent2">
            <a:hueOff val="-1482946"/>
            <a:satOff val="5830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 dirty="0">
              <a:solidFill>
                <a:schemeClr val="tx1"/>
              </a:solidFill>
            </a:rPr>
            <a:t>Limitaciones :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3012" y="2222545"/>
        <a:ext cx="6024138" cy="610236"/>
      </dsp:txXfrm>
    </dsp:sp>
    <dsp:sp modelId="{05E92F9F-CFB3-45F7-BCF2-1DC357522A90}">
      <dsp:nvSpPr>
        <dsp:cNvPr id="0" name=""/>
        <dsp:cNvSpPr/>
      </dsp:nvSpPr>
      <dsp:spPr>
        <a:xfrm>
          <a:off x="0" y="2914753"/>
          <a:ext cx="6090162" cy="676260"/>
        </a:xfrm>
        <a:prstGeom prst="roundRect">
          <a:avLst/>
        </a:prstGeom>
        <a:solidFill>
          <a:schemeClr val="accent2">
            <a:hueOff val="-1977261"/>
            <a:satOff val="7773"/>
            <a:lumOff val="-20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No valida errores avanzados de entrada.</a:t>
          </a:r>
          <a:endParaRPr lang="en-US" sz="1700" kern="1200"/>
        </a:p>
      </dsp:txBody>
      <dsp:txXfrm>
        <a:off x="33012" y="2947765"/>
        <a:ext cx="6024138" cy="610236"/>
      </dsp:txXfrm>
    </dsp:sp>
    <dsp:sp modelId="{1E49D665-59C1-4CFC-9070-E5AF19E79C9F}">
      <dsp:nvSpPr>
        <dsp:cNvPr id="0" name=""/>
        <dsp:cNvSpPr/>
      </dsp:nvSpPr>
      <dsp:spPr>
        <a:xfrm>
          <a:off x="0" y="3639973"/>
          <a:ext cx="6090162" cy="676260"/>
        </a:xfrm>
        <a:prstGeom prst="roundRect">
          <a:avLst/>
        </a:prstGeom>
        <a:solidFill>
          <a:schemeClr val="accent2">
            <a:hueOff val="-2471576"/>
            <a:satOff val="9716"/>
            <a:lumOff val="-26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Solo convierte entre </a:t>
          </a:r>
          <a:r>
            <a:rPr lang="es-MX" sz="1700" b="1" kern="1200"/>
            <a:t>Celsius y Fahrenheit</a:t>
          </a:r>
          <a:r>
            <a:rPr lang="es-MX" sz="1700" kern="1200"/>
            <a:t>.</a:t>
          </a:r>
          <a:endParaRPr lang="en-US" sz="1700" kern="1200"/>
        </a:p>
      </dsp:txBody>
      <dsp:txXfrm>
        <a:off x="33012" y="3672985"/>
        <a:ext cx="6024138" cy="610236"/>
      </dsp:txXfrm>
    </dsp:sp>
    <dsp:sp modelId="{5CEA3442-5A66-4F31-B75B-73419CE7CAB6}">
      <dsp:nvSpPr>
        <dsp:cNvPr id="0" name=""/>
        <dsp:cNvSpPr/>
      </dsp:nvSpPr>
      <dsp:spPr>
        <a:xfrm>
          <a:off x="0" y="4365192"/>
          <a:ext cx="6090162" cy="676260"/>
        </a:xfrm>
        <a:prstGeom prst="roundRect">
          <a:avLst/>
        </a:prstGeom>
        <a:solidFill>
          <a:schemeClr val="accent2">
            <a:hueOff val="-2965891"/>
            <a:satOff val="11659"/>
            <a:lumOff val="-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No guarda los resultados, solo los muestra en pantalla.</a:t>
          </a:r>
          <a:endParaRPr lang="en-US" sz="1700" kern="1200"/>
        </a:p>
      </dsp:txBody>
      <dsp:txXfrm>
        <a:off x="33012" y="4398204"/>
        <a:ext cx="6024138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80D00-A5CB-4291-8529-3ADCED386629}">
      <dsp:nvSpPr>
        <dsp:cNvPr id="0" name=""/>
        <dsp:cNvSpPr/>
      </dsp:nvSpPr>
      <dsp:spPr>
        <a:xfrm>
          <a:off x="212335" y="216282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6C615-5421-469B-A138-3D94838DA67F}">
      <dsp:nvSpPr>
        <dsp:cNvPr id="0" name=""/>
        <dsp:cNvSpPr/>
      </dsp:nvSpPr>
      <dsp:spPr>
        <a:xfrm>
          <a:off x="492877" y="496824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F6FBA-66B9-47E0-A8DF-25F1D084AF55}">
      <dsp:nvSpPr>
        <dsp:cNvPr id="0" name=""/>
        <dsp:cNvSpPr/>
      </dsp:nvSpPr>
      <dsp:spPr>
        <a:xfrm>
          <a:off x="1834517" y="2162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b="1" kern="1200"/>
            <a:t>En el colegio: </a:t>
          </a:r>
          <a:r>
            <a:rPr lang="es-MX" sz="1600" kern="1200"/>
            <a:t>Para </a:t>
          </a:r>
          <a:r>
            <a:rPr lang="es-MX" sz="1600" b="1" kern="1200"/>
            <a:t>clases de Física y Química</a:t>
          </a:r>
          <a:r>
            <a:rPr lang="es-MX" sz="1600" kern="1200"/>
            <a:t>, donde se trabajan diferentes escalas de temperatura. </a:t>
          </a:r>
          <a:r>
            <a:rPr lang="es-GT" sz="1600" kern="1200"/>
            <a:t>Convertir temperaturas de un experimento realizado en grados Celsius a Fahrenheit.</a:t>
          </a:r>
          <a:endParaRPr lang="en-US" sz="1600" kern="1200"/>
        </a:p>
      </dsp:txBody>
      <dsp:txXfrm>
        <a:off x="1834517" y="216282"/>
        <a:ext cx="3148942" cy="1335915"/>
      </dsp:txXfrm>
    </dsp:sp>
    <dsp:sp modelId="{62E78155-BACD-4BA2-AC32-17FB32CE6005}">
      <dsp:nvSpPr>
        <dsp:cNvPr id="0" name=""/>
        <dsp:cNvSpPr/>
      </dsp:nvSpPr>
      <dsp:spPr>
        <a:xfrm>
          <a:off x="5532139" y="216282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290BF-D623-4F0B-8F3E-08EBA42AE9A5}">
      <dsp:nvSpPr>
        <dsp:cNvPr id="0" name=""/>
        <dsp:cNvSpPr/>
      </dsp:nvSpPr>
      <dsp:spPr>
        <a:xfrm>
          <a:off x="5812681" y="496824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CCB31-B119-498B-A631-A300AA6CB3F5}">
      <dsp:nvSpPr>
        <dsp:cNvPr id="0" name=""/>
        <dsp:cNvSpPr/>
      </dsp:nvSpPr>
      <dsp:spPr>
        <a:xfrm>
          <a:off x="7154322" y="2162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b="1" kern="1200"/>
            <a:t>En casa: </a:t>
          </a:r>
          <a:r>
            <a:rPr lang="es-MX" sz="1600" kern="1200"/>
            <a:t>Útil al </a:t>
          </a:r>
          <a:r>
            <a:rPr lang="es-MX" sz="1600" b="1" kern="1200"/>
            <a:t>cocinar</a:t>
          </a:r>
          <a:r>
            <a:rPr lang="es-MX" sz="1600" kern="1200"/>
            <a:t>, cuando una receta está en una escala distinta. Ayuda a entender mejor el funcionamiento de </a:t>
          </a:r>
          <a:r>
            <a:rPr lang="es-MX" sz="1600" b="1" kern="1200"/>
            <a:t>electrodomésticos</a:t>
          </a:r>
          <a:r>
            <a:rPr lang="es-MX" sz="1600" kern="1200"/>
            <a:t> que muestran temperaturas.</a:t>
          </a:r>
          <a:endParaRPr lang="en-US" sz="1600" kern="1200"/>
        </a:p>
      </dsp:txBody>
      <dsp:txXfrm>
        <a:off x="7154322" y="216282"/>
        <a:ext cx="3148942" cy="1335915"/>
      </dsp:txXfrm>
    </dsp:sp>
    <dsp:sp modelId="{129975D3-03DF-4CF0-87FD-8B5AF5878A02}">
      <dsp:nvSpPr>
        <dsp:cNvPr id="0" name=""/>
        <dsp:cNvSpPr/>
      </dsp:nvSpPr>
      <dsp:spPr>
        <a:xfrm>
          <a:off x="212335" y="2188036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322A8D-2EBF-4306-B050-6862DB48B739}">
      <dsp:nvSpPr>
        <dsp:cNvPr id="0" name=""/>
        <dsp:cNvSpPr/>
      </dsp:nvSpPr>
      <dsp:spPr>
        <a:xfrm>
          <a:off x="492877" y="2468579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8B262-509D-4F2B-8625-CF16347894B6}">
      <dsp:nvSpPr>
        <dsp:cNvPr id="0" name=""/>
        <dsp:cNvSpPr/>
      </dsp:nvSpPr>
      <dsp:spPr>
        <a:xfrm>
          <a:off x="1834517" y="2188036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600" b="1" kern="1200"/>
            <a:t>En empresas:  </a:t>
          </a:r>
          <a:r>
            <a:rPr lang="es-MX" sz="1600" kern="1200"/>
            <a:t>En </a:t>
          </a:r>
          <a:r>
            <a:rPr lang="es-MX" sz="1600" b="1" kern="1200"/>
            <a:t>industrias</a:t>
          </a:r>
          <a:r>
            <a:rPr lang="es-MX" sz="1600" kern="1200"/>
            <a:t> donde se controla la temperatura de máquinas o procesos. </a:t>
          </a:r>
          <a:r>
            <a:rPr lang="es-GT" sz="1600" kern="1200"/>
            <a:t>onvertir temperaturas de procesos industriales para reportes técnicos.</a:t>
          </a:r>
          <a:endParaRPr lang="en-US" sz="1600" kern="1200"/>
        </a:p>
      </dsp:txBody>
      <dsp:txXfrm>
        <a:off x="1834517" y="2188036"/>
        <a:ext cx="3148942" cy="1335915"/>
      </dsp:txXfrm>
    </dsp:sp>
    <dsp:sp modelId="{32548688-6D8A-4A84-AF9A-59D7D666F677}">
      <dsp:nvSpPr>
        <dsp:cNvPr id="0" name=""/>
        <dsp:cNvSpPr/>
      </dsp:nvSpPr>
      <dsp:spPr>
        <a:xfrm>
          <a:off x="5532139" y="2188036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D71B0-9AF2-4A55-9C4F-ACAC313B8DAD}">
      <dsp:nvSpPr>
        <dsp:cNvPr id="0" name=""/>
        <dsp:cNvSpPr/>
      </dsp:nvSpPr>
      <dsp:spPr>
        <a:xfrm>
          <a:off x="5812681" y="2468579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D5BCD-1B39-4BFF-A86D-A7971355F118}">
      <dsp:nvSpPr>
        <dsp:cNvPr id="0" name=""/>
        <dsp:cNvSpPr/>
      </dsp:nvSpPr>
      <dsp:spPr>
        <a:xfrm>
          <a:off x="7154322" y="2188036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Este código es útil en distintos contextos porque facilita la conversión de temperaturas de forma rápida, correcta y confiable.</a:t>
          </a:r>
          <a:endParaRPr lang="en-US" sz="1600" kern="1200"/>
        </a:p>
      </dsp:txBody>
      <dsp:txXfrm>
        <a:off x="7154322" y="2188036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56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2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7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0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2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4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12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0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94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2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1" r:id="rId6"/>
    <p:sldLayoutId id="2147483817" r:id="rId7"/>
    <p:sldLayoutId id="2147483818" r:id="rId8"/>
    <p:sldLayoutId id="2147483819" r:id="rId9"/>
    <p:sldLayoutId id="2147483820" r:id="rId10"/>
    <p:sldLayoutId id="21474838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F626F98-F213-4034-8836-88A71501D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B8ED4-9CC5-6C32-5CAF-E357E445EE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215" b="342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6B3DAACF-D844-4480-94BE-2DE00ABE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75199" y="726177"/>
            <a:ext cx="5241603" cy="5343721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9FA03A-BF6B-90CC-6163-BD8624D70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077" y="1199536"/>
            <a:ext cx="10864646" cy="2957468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7200" kern="1200" cap="all" spc="120" baseline="0" dirty="0">
                <a:latin typeface="+mj-lt"/>
                <a:ea typeface="+mj-ea"/>
                <a:cs typeface="+mj-cs"/>
              </a:rPr>
              <a:t>PROYECTO </a:t>
            </a:r>
            <a:br>
              <a:rPr lang="en-US" sz="7200" kern="1200" cap="all" spc="120" baseline="0" dirty="0">
                <a:latin typeface="+mj-lt"/>
                <a:ea typeface="+mj-ea"/>
                <a:cs typeface="+mj-cs"/>
              </a:rPr>
            </a:br>
            <a:r>
              <a:rPr lang="en-US" sz="7200" kern="1200" cap="all" spc="120" baseline="0" dirty="0">
                <a:latin typeface="+mj-lt"/>
                <a:ea typeface="+mj-ea"/>
                <a:cs typeface="+mj-cs"/>
              </a:rPr>
              <a:t>LABORATORIO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2389F-9CE0-43A5-FC97-AD34DFA6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8886" y="4385186"/>
            <a:ext cx="6214945" cy="15633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s-GT" b="1" dirty="0"/>
              <a:t>Código:</a:t>
            </a:r>
            <a:r>
              <a:rPr lang="es-GT" dirty="0"/>
              <a:t> TemperatureConverter.java</a:t>
            </a:r>
            <a:br>
              <a:rPr lang="es-GT" dirty="0"/>
            </a:br>
            <a:r>
              <a:rPr lang="es-GT" b="1" dirty="0"/>
              <a:t>Nombre: </a:t>
            </a:r>
            <a:r>
              <a:rPr lang="es-GT" dirty="0"/>
              <a:t>Astrid Castro</a:t>
            </a:r>
            <a:br>
              <a:rPr lang="es-GT" dirty="0"/>
            </a:br>
            <a:r>
              <a:rPr lang="es-GT" b="1" dirty="0"/>
              <a:t>Curso:</a:t>
            </a:r>
            <a:r>
              <a:rPr lang="es-GT" dirty="0"/>
              <a:t> 4to Bachillerato</a:t>
            </a:r>
            <a:br>
              <a:rPr lang="es-GT" dirty="0"/>
            </a:br>
            <a:r>
              <a:rPr lang="es-GT" b="1" dirty="0"/>
              <a:t>Fecha:</a:t>
            </a:r>
            <a:r>
              <a:rPr lang="es-GT" dirty="0"/>
              <a:t>  23/02/2026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34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1C6B01-43BD-459F-8867-22BF92542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DA2B7E-9ABC-91DC-E9DE-46E50C2D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2231923"/>
            <a:ext cx="3352799" cy="2923584"/>
          </a:xfrm>
        </p:spPr>
        <p:txBody>
          <a:bodyPr anchor="ctr">
            <a:normAutofit/>
          </a:bodyPr>
          <a:lstStyle/>
          <a:p>
            <a:pPr algn="ctr"/>
            <a:r>
              <a:rPr lang="es-GT" sz="1700" b="1" dirty="0"/>
              <a:t>¿Qué hace el código?</a:t>
            </a:r>
            <a:br>
              <a:rPr lang="es-GT" sz="1700" b="1" dirty="0"/>
            </a:br>
            <a:r>
              <a:rPr lang="es-MX" sz="1700" dirty="0"/>
              <a:t>Este programa permite convertir temperaturas entre las dos escalas más usadas:</a:t>
            </a:r>
            <a:br>
              <a:rPr lang="es-MX" sz="1700" dirty="0"/>
            </a:br>
            <a:r>
              <a:rPr lang="es-MX" sz="1700" dirty="0"/>
              <a:t>Celsius (°C) </a:t>
            </a:r>
            <a:br>
              <a:rPr lang="es-MX" sz="1700" dirty="0"/>
            </a:br>
            <a:r>
              <a:rPr lang="es-MX" sz="1700" dirty="0"/>
              <a:t>y </a:t>
            </a:r>
            <a:br>
              <a:rPr lang="es-MX" sz="1700" dirty="0"/>
            </a:br>
            <a:r>
              <a:rPr lang="es-MX" sz="1700" dirty="0"/>
              <a:t>Fahrenheit (°F).</a:t>
            </a:r>
            <a:endParaRPr lang="es-GT" sz="17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530FD04-FB05-4E6F-BE5D-24A6F248E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92796" y="1445763"/>
            <a:ext cx="3673955" cy="3745532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CCF55B-47CA-72E8-9587-0DF1A48F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459" y="838201"/>
            <a:ext cx="4644534" cy="5181600"/>
          </a:xfrm>
        </p:spPr>
        <p:txBody>
          <a:bodyPr anchor="ctr">
            <a:normAutofit/>
          </a:bodyPr>
          <a:lstStyle/>
          <a:p>
            <a:r>
              <a:rPr lang="es-MX" b="1" dirty="0"/>
              <a:t>¿Qué problema resuelve? </a:t>
            </a:r>
            <a:r>
              <a:rPr lang="es-MX" dirty="0"/>
              <a:t>Muchas veces necesitamos convertir temperaturas y hacerlo manualmente puede causar errores.</a:t>
            </a:r>
            <a:br>
              <a:rPr lang="es-MX" dirty="0"/>
            </a:br>
            <a:r>
              <a:rPr lang="es-MX" dirty="0"/>
              <a:t>Este código </a:t>
            </a:r>
            <a:r>
              <a:rPr lang="es-MX" b="1" dirty="0"/>
              <a:t>automatiza el cálculo</a:t>
            </a:r>
            <a:r>
              <a:rPr lang="es-MX" dirty="0"/>
              <a:t> y da un resultado </a:t>
            </a:r>
            <a:r>
              <a:rPr lang="es-MX" b="1" dirty="0"/>
              <a:t>rápido y preciso</a:t>
            </a:r>
            <a:r>
              <a:rPr lang="es-MX" dirty="0"/>
              <a:t>.</a:t>
            </a:r>
          </a:p>
          <a:p>
            <a:r>
              <a:rPr lang="es-MX" b="1" dirty="0"/>
              <a:t>¿Para qué sirve?</a:t>
            </a:r>
          </a:p>
          <a:p>
            <a:pPr marL="0" indent="0">
              <a:buNone/>
            </a:pPr>
            <a:r>
              <a:rPr lang="es-MX" dirty="0"/>
              <a:t>Evita errores en cálculos matemáticos</a:t>
            </a:r>
          </a:p>
          <a:p>
            <a:pPr marL="0" indent="0">
              <a:buNone/>
            </a:pPr>
            <a:r>
              <a:rPr lang="es-MX" dirty="0"/>
              <a:t>Ahorra tiempo</a:t>
            </a:r>
          </a:p>
          <a:p>
            <a:pPr marL="0" indent="0">
              <a:buNone/>
            </a:pPr>
            <a:r>
              <a:rPr lang="es-MX" dirty="0"/>
              <a:t>Facilita el aprendizaje de conversiones térmicas</a:t>
            </a:r>
          </a:p>
          <a:p>
            <a:endParaRPr lang="es-MX" dirty="0"/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05787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B40D0-BB60-B13D-A805-F50CCFAA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351965"/>
          </a:xfrm>
        </p:spPr>
        <p:txBody>
          <a:bodyPr>
            <a:normAutofit/>
          </a:bodyPr>
          <a:lstStyle/>
          <a:p>
            <a:pPr algn="ctr"/>
            <a:r>
              <a:rPr lang="es-GT" b="1" dirty="0"/>
              <a:t>¿Cómo funciona?</a:t>
            </a:r>
            <a:br>
              <a:rPr lang="es-GT" dirty="0"/>
            </a:br>
            <a:r>
              <a:rPr lang="es-MX" sz="2000" dirty="0"/>
              <a:t>El funcionamiento del programa sigue </a:t>
            </a:r>
            <a:r>
              <a:rPr lang="es-MX" sz="2000" b="1" dirty="0"/>
              <a:t>tres pasos básicos</a:t>
            </a:r>
            <a:r>
              <a:rPr lang="es-MX" sz="2000" dirty="0"/>
              <a:t>, que hacen que el código sea claro y fácil de entender: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E967D0-3D82-C16F-DAE5-445E7DCF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08" y="2543250"/>
            <a:ext cx="3370006" cy="3011976"/>
          </a:xfrm>
        </p:spPr>
        <p:txBody>
          <a:bodyPr>
            <a:normAutofit fontScale="85000" lnSpcReduction="20000"/>
          </a:bodyPr>
          <a:lstStyle/>
          <a:p>
            <a:r>
              <a:rPr lang="es-MX" b="1" dirty="0"/>
              <a:t>1. Entrada (Input)</a:t>
            </a:r>
          </a:p>
          <a:p>
            <a:r>
              <a:rPr lang="es-MX" dirty="0"/>
              <a:t>El programa le pide al usuario:</a:t>
            </a:r>
          </a:p>
          <a:p>
            <a:r>
              <a:rPr lang="es-MX" dirty="0"/>
              <a:t>Que elija el tipo de conversión</a:t>
            </a:r>
          </a:p>
          <a:p>
            <a:pPr lvl="1"/>
            <a:r>
              <a:rPr lang="es-MX" dirty="0"/>
              <a:t>1 → Celsius a Fahrenheit</a:t>
            </a:r>
          </a:p>
          <a:p>
            <a:pPr lvl="1"/>
            <a:r>
              <a:rPr lang="es-MX" dirty="0"/>
              <a:t>2 → Fahrenheit a Celsius</a:t>
            </a:r>
          </a:p>
          <a:p>
            <a:r>
              <a:rPr lang="es-MX" dirty="0"/>
              <a:t>Que ingrese una temperatura real desde el teclado</a:t>
            </a:r>
          </a:p>
          <a:p>
            <a:r>
              <a:rPr lang="es-MX" dirty="0"/>
              <a:t>Ejemplo de entrada:</a:t>
            </a:r>
            <a:br>
              <a:rPr lang="es-MX" dirty="0"/>
            </a:br>
            <a:r>
              <a:rPr lang="es-MX" dirty="0"/>
              <a:t>Opción: 1</a:t>
            </a:r>
            <a:br>
              <a:rPr lang="es-MX" dirty="0"/>
            </a:br>
            <a:r>
              <a:rPr lang="es-MX" dirty="0"/>
              <a:t>Temperatura: 25</a:t>
            </a:r>
          </a:p>
          <a:p>
            <a:endParaRPr lang="es-GT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33887B7-93EA-63FD-E960-7781C5A66361}"/>
              </a:ext>
            </a:extLst>
          </p:cNvPr>
          <p:cNvSpPr txBox="1"/>
          <p:nvPr/>
        </p:nvSpPr>
        <p:spPr>
          <a:xfrm>
            <a:off x="4458928" y="2543250"/>
            <a:ext cx="30086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2. Proceso (Processing)</a:t>
            </a:r>
          </a:p>
          <a:p>
            <a:r>
              <a:rPr lang="es-MX" dirty="0"/>
              <a:t>El programa:</a:t>
            </a:r>
          </a:p>
          <a:p>
            <a:r>
              <a:rPr lang="es-MX" dirty="0"/>
              <a:t>Analiza la opción elegida usando una condición (</a:t>
            </a:r>
            <a:r>
              <a:rPr lang="es-MX" dirty="0" err="1"/>
              <a:t>if</a:t>
            </a:r>
            <a:r>
              <a:rPr lang="es-MX" dirty="0"/>
              <a:t> / </a:t>
            </a:r>
            <a:r>
              <a:rPr lang="es-MX" dirty="0" err="1"/>
              <a:t>else</a:t>
            </a:r>
            <a:r>
              <a:rPr lang="es-MX" dirty="0"/>
              <a:t>)</a:t>
            </a:r>
          </a:p>
          <a:p>
            <a:r>
              <a:rPr lang="es-MX" dirty="0"/>
              <a:t>Aplica la </a:t>
            </a:r>
            <a:r>
              <a:rPr lang="es-MX" b="1" dirty="0"/>
              <a:t>fórmula matemática correcta</a:t>
            </a:r>
            <a:r>
              <a:rPr lang="es-MX" dirty="0"/>
              <a:t> según la conversión:</a:t>
            </a:r>
          </a:p>
          <a:p>
            <a:r>
              <a:rPr lang="es-MX" dirty="0"/>
              <a:t>Celsius a Fahrenheit:</a:t>
            </a:r>
            <a:br>
              <a:rPr lang="es-MX" dirty="0"/>
            </a:br>
            <a:r>
              <a:rPr lang="es-MX" dirty="0"/>
              <a:t>°F = (°C × 9 / 5) + 32</a:t>
            </a:r>
          </a:p>
          <a:p>
            <a:r>
              <a:rPr lang="es-MX" dirty="0"/>
              <a:t>Fahrenheit a Celsius:</a:t>
            </a:r>
            <a:br>
              <a:rPr lang="es-MX" dirty="0"/>
            </a:br>
            <a:r>
              <a:rPr lang="es-MX" dirty="0"/>
              <a:t>°C = (°F − 32) × 5 / 9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710ED1-1F40-926F-D8DE-ECCF03AC0C67}"/>
              </a:ext>
            </a:extLst>
          </p:cNvPr>
          <p:cNvSpPr txBox="1"/>
          <p:nvPr/>
        </p:nvSpPr>
        <p:spPr>
          <a:xfrm>
            <a:off x="8219768" y="2543250"/>
            <a:ext cx="27038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3. Salida (Output)</a:t>
            </a:r>
          </a:p>
          <a:p>
            <a:r>
              <a:rPr lang="es-MX" dirty="0"/>
              <a:t>Finalmente:</a:t>
            </a:r>
          </a:p>
          <a:p>
            <a:r>
              <a:rPr lang="es-MX" dirty="0"/>
              <a:t>Muestra en pantalla la temperatura ya convertida</a:t>
            </a:r>
          </a:p>
          <a:p>
            <a:r>
              <a:rPr lang="es-MX" dirty="0"/>
              <a:t>El resultado se presenta con la unidad correcta (°C o °F)</a:t>
            </a:r>
          </a:p>
          <a:p>
            <a:r>
              <a:rPr lang="es-MX" dirty="0"/>
              <a:t>Ejemplo de salida:</a:t>
            </a:r>
            <a:br>
              <a:rPr lang="es-MX" dirty="0"/>
            </a:br>
            <a:r>
              <a:rPr lang="es-MX" dirty="0"/>
              <a:t>Resultado: 77 °F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7A3C477-2DC5-DC28-4644-5861797116BC}"/>
              </a:ext>
            </a:extLst>
          </p:cNvPr>
          <p:cNvSpPr/>
          <p:nvPr/>
        </p:nvSpPr>
        <p:spPr>
          <a:xfrm>
            <a:off x="297427" y="2261417"/>
            <a:ext cx="3370006" cy="3698151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CB2F9BF-FA8A-D1CF-EAAC-B058EF256CEB}"/>
              </a:ext>
            </a:extLst>
          </p:cNvPr>
          <p:cNvSpPr/>
          <p:nvPr/>
        </p:nvSpPr>
        <p:spPr>
          <a:xfrm>
            <a:off x="4160275" y="2261417"/>
            <a:ext cx="3370006" cy="3698151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4C421FA-9AEC-403E-B23A-F50F5F786506}"/>
              </a:ext>
            </a:extLst>
          </p:cNvPr>
          <p:cNvSpPr/>
          <p:nvPr/>
        </p:nvSpPr>
        <p:spPr>
          <a:xfrm>
            <a:off x="7983794" y="2261417"/>
            <a:ext cx="3370006" cy="3698151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55305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DC15F-D74E-9DC2-B2A5-F2665BCAA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4990"/>
            <a:ext cx="10515599" cy="712469"/>
          </a:xfrm>
        </p:spPr>
        <p:txBody>
          <a:bodyPr>
            <a:normAutofit fontScale="90000"/>
          </a:bodyPr>
          <a:lstStyle/>
          <a:p>
            <a:pPr algn="ctr"/>
            <a:r>
              <a:rPr lang="es-GT" sz="3200" dirty="0"/>
              <a:t>Partes importantes del código</a:t>
            </a:r>
            <a:br>
              <a:rPr lang="es-GT" sz="3200" dirty="0"/>
            </a:br>
            <a:r>
              <a:rPr lang="es-MX" sz="1800" dirty="0"/>
              <a:t>El programa está dividido en varias partes clave que permiten que funcione correctamente:</a:t>
            </a:r>
            <a:endParaRPr lang="es-GT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D2BE56-57B1-3AD6-6471-948CDDC79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8" y="1639227"/>
            <a:ext cx="5885932" cy="4633783"/>
          </a:xfrm>
        </p:spPr>
        <p:txBody>
          <a:bodyPr>
            <a:normAutofit fontScale="92500" lnSpcReduction="20000"/>
          </a:bodyPr>
          <a:lstStyle/>
          <a:p>
            <a:pPr marL="180000" indent="-216000">
              <a:lnSpc>
                <a:spcPct val="100000"/>
              </a:lnSpc>
              <a:spcBef>
                <a:spcPts val="0"/>
              </a:spcBef>
            </a:pPr>
            <a:r>
              <a:rPr lang="es-MX" b="1" dirty="0"/>
              <a:t>1. Librerías utilizadas: </a:t>
            </a:r>
            <a:r>
              <a:rPr lang="es-MX" dirty="0" err="1">
                <a:solidFill>
                  <a:srgbClr val="FF0000"/>
                </a:solidFill>
              </a:rPr>
              <a:t>import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java.util.Scanner</a:t>
            </a:r>
            <a:r>
              <a:rPr lang="es-MX" dirty="0">
                <a:solidFill>
                  <a:srgbClr val="FF0000"/>
                </a:solidFill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b="1" dirty="0"/>
              <a:t>Scanner</a:t>
            </a:r>
            <a:r>
              <a:rPr lang="es-MX" dirty="0"/>
              <a:t> permite leer datos ingresados por el usuario desde el teclado.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dirty="0"/>
              <a:t>Sin esta librería, el programa no podría recibir temperaturas reales.</a:t>
            </a:r>
          </a:p>
          <a:p>
            <a:pPr marL="0" indent="0">
              <a:spcBef>
                <a:spcPts val="0"/>
              </a:spcBef>
            </a:pPr>
            <a:r>
              <a:rPr lang="es-MX" b="1" dirty="0"/>
              <a:t>2. Clase principal</a:t>
            </a:r>
            <a:r>
              <a:rPr lang="es-MX" b="1" dirty="0">
                <a:solidFill>
                  <a:srgbClr val="FF0000"/>
                </a:solidFill>
              </a:rPr>
              <a:t>: </a:t>
            </a:r>
            <a:r>
              <a:rPr lang="es-MX" dirty="0" err="1">
                <a:solidFill>
                  <a:srgbClr val="FF0000"/>
                </a:solidFill>
              </a:rPr>
              <a:t>public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class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TemperatureConverter</a:t>
            </a:r>
            <a:endParaRPr lang="es-MX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Es el nombre del programa.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Java necesita una clase principal para poder ejecutarse.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El nombre de la clase debe ser igual al nombre del archivo.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b="1" dirty="0"/>
              <a:t>3. Método </a:t>
            </a:r>
            <a:r>
              <a:rPr lang="es-MX" b="1" dirty="0" err="1"/>
              <a:t>main</a:t>
            </a:r>
            <a:r>
              <a:rPr lang="es-MX" b="1" dirty="0">
                <a:solidFill>
                  <a:srgbClr val="FF0000"/>
                </a:solidFill>
              </a:rPr>
              <a:t>: </a:t>
            </a:r>
            <a:r>
              <a:rPr lang="es-MX" dirty="0" err="1">
                <a:solidFill>
                  <a:srgbClr val="FF0000"/>
                </a:solidFill>
              </a:rPr>
              <a:t>public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static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void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main</a:t>
            </a:r>
            <a:r>
              <a:rPr lang="es-MX" dirty="0">
                <a:solidFill>
                  <a:srgbClr val="FF0000"/>
                </a:solidFill>
              </a:rPr>
              <a:t>(</a:t>
            </a:r>
            <a:r>
              <a:rPr lang="es-MX" dirty="0" err="1">
                <a:solidFill>
                  <a:srgbClr val="FF0000"/>
                </a:solidFill>
              </a:rPr>
              <a:t>String</a:t>
            </a:r>
            <a:r>
              <a:rPr lang="es-MX" dirty="0">
                <a:solidFill>
                  <a:srgbClr val="FF0000"/>
                </a:solidFill>
              </a:rPr>
              <a:t>[] </a:t>
            </a:r>
            <a:r>
              <a:rPr lang="es-MX" dirty="0" err="1">
                <a:solidFill>
                  <a:srgbClr val="FF0000"/>
                </a:solidFill>
              </a:rPr>
              <a:t>args</a:t>
            </a:r>
            <a:r>
              <a:rPr lang="es-MX" dirty="0">
                <a:solidFill>
                  <a:srgbClr val="FF0000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Es el punto de inicio del programa.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Todo lo que está dentro de este método se ejecuta cuando el programa corre.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b="1" dirty="0"/>
              <a:t>4. Entrada de datos: </a:t>
            </a:r>
            <a:r>
              <a:rPr lang="es-MX" dirty="0">
                <a:solidFill>
                  <a:srgbClr val="FF0000"/>
                </a:solidFill>
              </a:rPr>
              <a:t>Scanner input = new Scanner(System.in);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Crea el objeto que permite leer números desde el teclado.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MX" dirty="0"/>
              <a:t>Aquí el usuario ingresa la opción y la temperatura.</a:t>
            </a:r>
          </a:p>
          <a:p>
            <a:pPr marL="0" indent="0">
              <a:spcBef>
                <a:spcPts val="0"/>
              </a:spcBef>
              <a:buNone/>
            </a:pPr>
            <a:endParaRPr lang="es-MX" dirty="0"/>
          </a:p>
          <a:p>
            <a:pPr marL="0" indent="0">
              <a:lnSpc>
                <a:spcPct val="100000"/>
              </a:lnSpc>
              <a:buNone/>
            </a:pPr>
            <a:endParaRPr lang="es-GT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8F4957-FE89-88D3-16DC-8DDFF30239B9}"/>
              </a:ext>
            </a:extLst>
          </p:cNvPr>
          <p:cNvSpPr txBox="1"/>
          <p:nvPr/>
        </p:nvSpPr>
        <p:spPr>
          <a:xfrm>
            <a:off x="6838503" y="1762144"/>
            <a:ext cx="5150610" cy="438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5. Condiciones (</a:t>
            </a:r>
            <a:r>
              <a:rPr lang="es-MX" b="1" dirty="0" err="1"/>
              <a:t>if</a:t>
            </a:r>
            <a:r>
              <a:rPr lang="es-MX" b="1" dirty="0"/>
              <a:t> / </a:t>
            </a:r>
            <a:r>
              <a:rPr lang="es-MX" b="1" dirty="0" err="1"/>
              <a:t>else</a:t>
            </a:r>
            <a:r>
              <a:rPr lang="es-MX" b="1" dirty="0"/>
              <a:t>)</a:t>
            </a:r>
          </a:p>
          <a:p>
            <a:r>
              <a:rPr lang="es-MX" dirty="0" err="1">
                <a:solidFill>
                  <a:srgbClr val="FF0000"/>
                </a:solidFill>
              </a:rPr>
              <a:t>if</a:t>
            </a:r>
            <a:r>
              <a:rPr lang="es-MX" dirty="0">
                <a:solidFill>
                  <a:srgbClr val="FF0000"/>
                </a:solidFill>
              </a:rPr>
              <a:t> (</a:t>
            </a:r>
            <a:r>
              <a:rPr lang="es-MX" dirty="0" err="1">
                <a:solidFill>
                  <a:srgbClr val="FF0000"/>
                </a:solidFill>
              </a:rPr>
              <a:t>option</a:t>
            </a:r>
            <a:r>
              <a:rPr lang="es-MX" dirty="0">
                <a:solidFill>
                  <a:srgbClr val="FF0000"/>
                </a:solidFill>
              </a:rPr>
              <a:t> == 1) { ... }</a:t>
            </a:r>
            <a:br>
              <a:rPr lang="es-MX" dirty="0">
                <a:solidFill>
                  <a:srgbClr val="FF0000"/>
                </a:solidFill>
              </a:rPr>
            </a:br>
            <a:r>
              <a:rPr lang="es-MX" dirty="0" err="1">
                <a:solidFill>
                  <a:srgbClr val="FF0000"/>
                </a:solidFill>
              </a:rPr>
              <a:t>else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if</a:t>
            </a:r>
            <a:r>
              <a:rPr lang="es-MX" dirty="0">
                <a:solidFill>
                  <a:srgbClr val="FF0000"/>
                </a:solidFill>
              </a:rPr>
              <a:t> (</a:t>
            </a:r>
            <a:r>
              <a:rPr lang="es-MX" dirty="0" err="1">
                <a:solidFill>
                  <a:srgbClr val="FF0000"/>
                </a:solidFill>
              </a:rPr>
              <a:t>option</a:t>
            </a:r>
            <a:r>
              <a:rPr lang="es-MX" dirty="0">
                <a:solidFill>
                  <a:srgbClr val="FF0000"/>
                </a:solidFill>
              </a:rPr>
              <a:t> == 2) { ... }</a:t>
            </a:r>
          </a:p>
          <a:p>
            <a:r>
              <a:rPr lang="es-MX" dirty="0"/>
              <a:t>Decide qué conversión se va a realizar.</a:t>
            </a:r>
          </a:p>
          <a:p>
            <a:r>
              <a:rPr lang="es-MX" dirty="0"/>
              <a:t>Evita errores al elegir una opción incorrecta.</a:t>
            </a:r>
          </a:p>
          <a:p>
            <a:r>
              <a:rPr lang="es-MX" b="1" dirty="0"/>
              <a:t>6. Cálculos matemáticos</a:t>
            </a:r>
          </a:p>
          <a:p>
            <a:r>
              <a:rPr lang="es-MX" dirty="0" err="1">
                <a:solidFill>
                  <a:srgbClr val="FF0000"/>
                </a:solidFill>
              </a:rPr>
              <a:t>double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fahrenheit</a:t>
            </a:r>
            <a:r>
              <a:rPr lang="es-MX" dirty="0">
                <a:solidFill>
                  <a:srgbClr val="FF0000"/>
                </a:solidFill>
              </a:rPr>
              <a:t> = (</a:t>
            </a:r>
            <a:r>
              <a:rPr lang="es-MX" dirty="0" err="1">
                <a:solidFill>
                  <a:srgbClr val="FF0000"/>
                </a:solidFill>
              </a:rPr>
              <a:t>celsius</a:t>
            </a:r>
            <a:r>
              <a:rPr lang="es-MX" dirty="0">
                <a:solidFill>
                  <a:srgbClr val="FF0000"/>
                </a:solidFill>
              </a:rPr>
              <a:t> * 9 / 5) + 32;</a:t>
            </a:r>
            <a:br>
              <a:rPr lang="es-MX" dirty="0">
                <a:solidFill>
                  <a:srgbClr val="FF0000"/>
                </a:solidFill>
              </a:rPr>
            </a:br>
            <a:r>
              <a:rPr lang="es-MX" dirty="0" err="1">
                <a:solidFill>
                  <a:srgbClr val="FF0000"/>
                </a:solidFill>
              </a:rPr>
              <a:t>double</a:t>
            </a:r>
            <a:r>
              <a:rPr lang="es-MX" dirty="0">
                <a:solidFill>
                  <a:srgbClr val="FF0000"/>
                </a:solidFill>
              </a:rPr>
              <a:t> </a:t>
            </a:r>
            <a:r>
              <a:rPr lang="es-MX" dirty="0" err="1">
                <a:solidFill>
                  <a:srgbClr val="FF0000"/>
                </a:solidFill>
              </a:rPr>
              <a:t>celsius</a:t>
            </a:r>
            <a:r>
              <a:rPr lang="es-MX" dirty="0">
                <a:solidFill>
                  <a:srgbClr val="FF0000"/>
                </a:solidFill>
              </a:rPr>
              <a:t> = (</a:t>
            </a:r>
            <a:r>
              <a:rPr lang="es-MX" dirty="0" err="1">
                <a:solidFill>
                  <a:srgbClr val="FF0000"/>
                </a:solidFill>
              </a:rPr>
              <a:t>fahrenheit</a:t>
            </a:r>
            <a:r>
              <a:rPr lang="es-MX" dirty="0">
                <a:solidFill>
                  <a:srgbClr val="FF0000"/>
                </a:solidFill>
              </a:rPr>
              <a:t> - 32) * 5 / 9;</a:t>
            </a:r>
          </a:p>
          <a:p>
            <a:r>
              <a:rPr lang="es-MX" dirty="0"/>
              <a:t>Son las fórmulas que convierten la temperatura.</a:t>
            </a:r>
          </a:p>
          <a:p>
            <a:r>
              <a:rPr lang="es-MX" dirty="0"/>
              <a:t>Usan números decimales para mayor precisión.</a:t>
            </a:r>
          </a:p>
          <a:p>
            <a:r>
              <a:rPr lang="es-MX" b="1" dirty="0"/>
              <a:t>7. Salida de información</a:t>
            </a:r>
          </a:p>
          <a:p>
            <a:r>
              <a:rPr lang="es-MX" dirty="0" err="1">
                <a:solidFill>
                  <a:srgbClr val="FF0000"/>
                </a:solidFill>
              </a:rPr>
              <a:t>System.out.println</a:t>
            </a:r>
            <a:r>
              <a:rPr lang="es-MX" dirty="0">
                <a:solidFill>
                  <a:srgbClr val="FF0000"/>
                </a:solidFill>
              </a:rPr>
              <a:t>("Resultado: " + </a:t>
            </a:r>
            <a:r>
              <a:rPr lang="es-MX" dirty="0" err="1">
                <a:solidFill>
                  <a:srgbClr val="FF0000"/>
                </a:solidFill>
              </a:rPr>
              <a:t>fahrenheit</a:t>
            </a:r>
            <a:r>
              <a:rPr lang="es-MX" dirty="0">
                <a:solidFill>
                  <a:srgbClr val="FF0000"/>
                </a:solidFill>
              </a:rPr>
              <a:t> + " °F");</a:t>
            </a:r>
          </a:p>
          <a:p>
            <a:r>
              <a:rPr lang="es-MX" dirty="0"/>
              <a:t>Muestra el resultado final en pantalla.</a:t>
            </a:r>
          </a:p>
          <a:p>
            <a:r>
              <a:rPr lang="es-MX" dirty="0"/>
              <a:t>Permite que el usuario vea claramente la conversión.</a:t>
            </a:r>
          </a:p>
          <a:p>
            <a:pPr>
              <a:buNone/>
            </a:pPr>
            <a:endParaRPr lang="es-MX" b="1" dirty="0"/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5B56905F-A3B5-CE11-8FC0-3069F47FB0A7}"/>
              </a:ext>
            </a:extLst>
          </p:cNvPr>
          <p:cNvSpPr/>
          <p:nvPr/>
        </p:nvSpPr>
        <p:spPr>
          <a:xfrm>
            <a:off x="88490" y="1435510"/>
            <a:ext cx="11779045" cy="4837500"/>
          </a:xfrm>
          <a:prstGeom prst="round2Same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5351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A7CC8F-56A6-423D-B67A-8BA89D3E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2F9BCD8-9363-4A34-A2DF-90DB16586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5937F6-BC78-7A05-4F34-8ED22EBF1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083" y="4587372"/>
            <a:ext cx="9689834" cy="1198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/>
              <a:t>demostración</a:t>
            </a:r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93C8A9E-0BBD-704D-6425-CE902EEC1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9" r="2013"/>
          <a:stretch>
            <a:fillRect/>
          </a:stretch>
        </p:blipFill>
        <p:spPr>
          <a:xfrm>
            <a:off x="4473944" y="121552"/>
            <a:ext cx="4335092" cy="3742521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57787AE-82B0-ABBA-A7F7-42D5C0140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7623"/>
          <a:stretch>
            <a:fillRect/>
          </a:stretch>
        </p:blipFill>
        <p:spPr>
          <a:xfrm>
            <a:off x="69426" y="121553"/>
            <a:ext cx="4335092" cy="37425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AA1ECD2-6322-9DC3-3EA3-F6680D546C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818" b="11327"/>
          <a:stretch>
            <a:fillRect/>
          </a:stretch>
        </p:blipFill>
        <p:spPr>
          <a:xfrm>
            <a:off x="8878462" y="121551"/>
            <a:ext cx="3244112" cy="374251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1D3B3A-6234-4D78-A010-C0ADEF12B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305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97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38F97-D7A2-9794-CB0C-E4D55154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¿Dónde funciona bien?</a:t>
            </a:r>
          </a:p>
        </p:txBody>
      </p:sp>
      <p:graphicFrame>
        <p:nvGraphicFramePr>
          <p:cNvPr id="18" name="Marcador de contenido 7">
            <a:extLst>
              <a:ext uri="{FF2B5EF4-FFF2-40B4-BE49-F238E27FC236}">
                <a16:creationId xmlns:a16="http://schemas.microsoft.com/office/drawing/2014/main" id="{28E42D4A-80BB-1ADE-9C8B-06FC79181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268964"/>
              </p:ext>
            </p:extLst>
          </p:nvPr>
        </p:nvGraphicFramePr>
        <p:xfrm>
          <a:off x="324465" y="2061469"/>
          <a:ext cx="11582400" cy="4516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741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4CE950D6-A7E0-4851-8FF6-3D3A1651B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85DFF9-62F1-88AC-5AA0-1B1E8B8A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606" y="2479183"/>
            <a:ext cx="3209180" cy="2389031"/>
          </a:xfrm>
        </p:spPr>
        <p:txBody>
          <a:bodyPr anchor="ctr">
            <a:normAutofit/>
          </a:bodyPr>
          <a:lstStyle/>
          <a:p>
            <a:pPr algn="ctr"/>
            <a:r>
              <a:rPr lang="es-GT" sz="3600"/>
              <a:t>¿Cuándo falla?</a:t>
            </a:r>
          </a:p>
        </p:txBody>
      </p:sp>
      <p:sp>
        <p:nvSpPr>
          <p:cNvPr id="14" name="Freeform: Shape 10">
            <a:extLst>
              <a:ext uri="{FF2B5EF4-FFF2-40B4-BE49-F238E27FC236}">
                <a16:creationId xmlns:a16="http://schemas.microsoft.com/office/drawing/2014/main" id="{415E4AE2-7164-494C-986B-5EBD28F63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65121" y="1445763"/>
            <a:ext cx="3673955" cy="3745532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25805" h="5429563">
                <a:moveTo>
                  <a:pt x="5325805" y="2714782"/>
                </a:moveTo>
                <a:cubicBezTo>
                  <a:pt x="5325805" y="4214114"/>
                  <a:pt x="4110356" y="5429563"/>
                  <a:pt x="2611024" y="5429563"/>
                </a:cubicBezTo>
                <a:lnTo>
                  <a:pt x="1942188" y="5429563"/>
                </a:lnTo>
                <a:lnTo>
                  <a:pt x="668836" y="5429563"/>
                </a:lnTo>
                <a:lnTo>
                  <a:pt x="0" y="5429563"/>
                </a:lnTo>
                <a:lnTo>
                  <a:pt x="0" y="0"/>
                </a:lnTo>
                <a:lnTo>
                  <a:pt x="668836" y="0"/>
                </a:lnTo>
                <a:lnTo>
                  <a:pt x="1942188" y="0"/>
                </a:lnTo>
                <a:lnTo>
                  <a:pt x="2611024" y="0"/>
                </a:lnTo>
                <a:cubicBezTo>
                  <a:pt x="4110356" y="0"/>
                  <a:pt x="5325805" y="1215450"/>
                  <a:pt x="5325805" y="2714782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B0EEA636-0D48-E3D2-1687-010D10590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66232"/>
              </p:ext>
            </p:extLst>
          </p:nvPr>
        </p:nvGraphicFramePr>
        <p:xfrm>
          <a:off x="5312332" y="888275"/>
          <a:ext cx="6090162" cy="5055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48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E00A88-1935-4C0F-AC5D-6C2322B30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FB7096-6B8D-BFDD-35BB-20F1FF8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599" cy="1239831"/>
          </a:xfrm>
        </p:spPr>
        <p:txBody>
          <a:bodyPr>
            <a:normAutofit/>
          </a:bodyPr>
          <a:lstStyle/>
          <a:p>
            <a:r>
              <a:rPr lang="es-GT" sz="1600" b="1" dirty="0"/>
              <a:t>Casos de uso reales del código</a:t>
            </a:r>
            <a:br>
              <a:rPr lang="es-GT" sz="1600" b="1" dirty="0"/>
            </a:br>
            <a:br>
              <a:rPr lang="es-GT" sz="1600" dirty="0"/>
            </a:br>
            <a:r>
              <a:rPr lang="es-MX" sz="1600" dirty="0"/>
              <a:t>El programa </a:t>
            </a:r>
            <a:r>
              <a:rPr lang="es-MX" sz="1600" b="1" dirty="0"/>
              <a:t>TemperatureConverter.java</a:t>
            </a:r>
            <a:r>
              <a:rPr lang="es-MX" sz="1600" dirty="0"/>
              <a:t> puede utilizarse en distintos ámbitos de la vida diaria, ya que la temperatura es una medida común en muchos contextos.</a:t>
            </a:r>
            <a:br>
              <a:rPr lang="es-MX" sz="1100" dirty="0"/>
            </a:br>
            <a:endParaRPr lang="es-GT" sz="1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6026" y="1714500"/>
            <a:ext cx="121759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587D854-E266-E13F-728C-53AE4ED9B6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828546"/>
              </p:ext>
            </p:extLst>
          </p:nvPr>
        </p:nvGraphicFramePr>
        <p:xfrm>
          <a:off x="838200" y="2361367"/>
          <a:ext cx="10515600" cy="3740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679686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851</Words>
  <Application>Microsoft Office PowerPoint</Application>
  <PresentationFormat>Panorámica</PresentationFormat>
  <Paragraphs>74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Felix Titling</vt:lpstr>
      <vt:lpstr>Goudy Old Style</vt:lpstr>
      <vt:lpstr>ArchwayVTI</vt:lpstr>
      <vt:lpstr>PROYECTO  LABORATORIO</vt:lpstr>
      <vt:lpstr>¿Qué hace el código? Este programa permite convertir temperaturas entre las dos escalas más usadas: Celsius (°C)  y  Fahrenheit (°F).</vt:lpstr>
      <vt:lpstr>¿Cómo funciona? El funcionamiento del programa sigue tres pasos básicos, que hacen que el código sea claro y fácil de entender:</vt:lpstr>
      <vt:lpstr>Partes importantes del código El programa está dividido en varias partes clave que permiten que funcione correctamente:</vt:lpstr>
      <vt:lpstr>demostración</vt:lpstr>
      <vt:lpstr>¿Dónde funciona bien?</vt:lpstr>
      <vt:lpstr>¿Cuándo falla?</vt:lpstr>
      <vt:lpstr>Casos de uso reales del código  El programa TemperatureConverter.java puede utilizarse en distintos ámbitos de la vida diaria, ya que la temperatura es una medida común en muchos contextos.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New Castro Gir?n</dc:creator>
  <cp:lastModifiedBy>Peter New Castro Gir?n</cp:lastModifiedBy>
  <cp:revision>3</cp:revision>
  <dcterms:created xsi:type="dcterms:W3CDTF">2026-02-23T04:07:27Z</dcterms:created>
  <dcterms:modified xsi:type="dcterms:W3CDTF">2026-02-25T03:25:29Z</dcterms:modified>
</cp:coreProperties>
</file>